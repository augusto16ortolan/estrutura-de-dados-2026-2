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72a714c0e94eea" /><Relationship Type="http://schemas.openxmlformats.org/officeDocument/2006/relationships/extended-properties" Target="/docProps/app.xml" Id="R400fae727a0e4578" /><Relationship Type="http://schemas.openxmlformats.org/officeDocument/2006/relationships/officeDocument" Target="/ppt/presentation.xml" Id="Rd7d2fec504a34f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29b0f5021a4a79"/>
  </p:sldMasterIdLst>
  <p:notesMasterIdLst>
    <p:notesMasterId xmlns:r="http://schemas.openxmlformats.org/officeDocument/2006/relationships" r:id="R7a25b60b48424907"/>
  </p:notesMasterIdLst>
  <p:sldIdLst>
    <p:sldId xmlns:r="http://schemas.openxmlformats.org/officeDocument/2006/relationships" id="256" r:id="Rf9c41034345746e3"/>
    <p:sldId xmlns:r="http://schemas.openxmlformats.org/officeDocument/2006/relationships" id="257" r:id="Rbd9452d56c274976"/>
    <p:sldId xmlns:r="http://schemas.openxmlformats.org/officeDocument/2006/relationships" id="258" r:id="Rd946709304594778"/>
    <p:sldId xmlns:r="http://schemas.openxmlformats.org/officeDocument/2006/relationships" id="259" r:id="R5e763f46ff1248f3"/>
    <p:sldId xmlns:r="http://schemas.openxmlformats.org/officeDocument/2006/relationships" id="260" r:id="R10ea17c7228143d7"/>
    <p:sldId xmlns:r="http://schemas.openxmlformats.org/officeDocument/2006/relationships" id="261" r:id="Rd4054d3bf8e14a02"/>
    <p:sldId xmlns:r="http://schemas.openxmlformats.org/officeDocument/2006/relationships" id="262" r:id="Rd67ecfeb86c54dc8"/>
    <p:sldId xmlns:r="http://schemas.openxmlformats.org/officeDocument/2006/relationships" id="263" r:id="Rf6051e51b44e4105"/>
    <p:sldId xmlns:r="http://schemas.openxmlformats.org/officeDocument/2006/relationships" id="264" r:id="R3bef8faf495640ec"/>
    <p:sldId xmlns:r="http://schemas.openxmlformats.org/officeDocument/2006/relationships" id="265" r:id="R48bf35e5f6094fb4"/>
    <p:sldId xmlns:r="http://schemas.openxmlformats.org/officeDocument/2006/relationships" id="266" r:id="R4108073d01a440ce"/>
    <p:sldId xmlns:r="http://schemas.openxmlformats.org/officeDocument/2006/relationships" id="267" r:id="R50988879eab84e1d"/>
    <p:sldId xmlns:r="http://schemas.openxmlformats.org/officeDocument/2006/relationships" id="268" r:id="Rfc5ee4bce8e04151"/>
    <p:sldId xmlns:r="http://schemas.openxmlformats.org/officeDocument/2006/relationships" id="269" r:id="R9dd4d84bf3cc41a7"/>
    <p:sldId xmlns:r="http://schemas.openxmlformats.org/officeDocument/2006/relationships" id="270" r:id="Rdbd998a5c33e41ff"/>
    <p:sldId xmlns:r="http://schemas.openxmlformats.org/officeDocument/2006/relationships" id="271" r:id="R50dba09738354324"/>
    <p:sldId xmlns:r="http://schemas.openxmlformats.org/officeDocument/2006/relationships" id="272" r:id="Rbe2e807a6e294b8f"/>
    <p:sldId xmlns:r="http://schemas.openxmlformats.org/officeDocument/2006/relationships" id="273" r:id="R95646a6be23347bf"/>
    <p:sldId xmlns:r="http://schemas.openxmlformats.org/officeDocument/2006/relationships" id="274" r:id="R86ededac9d0a4b3a"/>
    <p:sldId xmlns:r="http://schemas.openxmlformats.org/officeDocument/2006/relationships" id="275" r:id="Rb5c8c27da8264809"/>
    <p:sldId xmlns:r="http://schemas.openxmlformats.org/officeDocument/2006/relationships" id="276" r:id="R00d4ce045ec64cb1"/>
    <p:sldId xmlns:r="http://schemas.openxmlformats.org/officeDocument/2006/relationships" id="277" r:id="Rdbefcb62a4d74bce"/>
    <p:sldId xmlns:r="http://schemas.openxmlformats.org/officeDocument/2006/relationships" id="278" r:id="R3a4d53160f434545"/>
    <p:sldId xmlns:r="http://schemas.openxmlformats.org/officeDocument/2006/relationships" id="279" r:id="Rb6eac2e1427d4802"/>
    <p:sldId xmlns:r="http://schemas.openxmlformats.org/officeDocument/2006/relationships" id="280" r:id="R668c3cda14964f0c"/>
    <p:sldId xmlns:r="http://schemas.openxmlformats.org/officeDocument/2006/relationships" id="281" r:id="Rdfb787c1fc414716"/>
    <p:sldId xmlns:r="http://schemas.openxmlformats.org/officeDocument/2006/relationships" id="282" r:id="R4b3ac1a6f7a940b9"/>
    <p:sldId xmlns:r="http://schemas.openxmlformats.org/officeDocument/2006/relationships" id="283" r:id="R1d00103433fd4851"/>
    <p:sldId xmlns:r="http://schemas.openxmlformats.org/officeDocument/2006/relationships" id="284" r:id="Re20a993c959b4676"/>
    <p:sldId xmlns:r="http://schemas.openxmlformats.org/officeDocument/2006/relationships" id="285" r:id="R3c0d8ec583b74b9e"/>
    <p:sldId xmlns:r="http://schemas.openxmlformats.org/officeDocument/2006/relationships" id="286" r:id="R0621e2c894074874"/>
    <p:sldId xmlns:r="http://schemas.openxmlformats.org/officeDocument/2006/relationships" id="287" r:id="Rc92c958cee114bab"/>
    <p:sldId xmlns:r="http://schemas.openxmlformats.org/officeDocument/2006/relationships" id="288" r:id="R6db505b6f02c4e51"/>
    <p:sldId xmlns:r="http://schemas.openxmlformats.org/officeDocument/2006/relationships" id="289" r:id="Reba4dbbb777c4f3f"/>
    <p:sldId xmlns:r="http://schemas.openxmlformats.org/officeDocument/2006/relationships" id="290" r:id="R5cbffa7577fd4447"/>
    <p:sldId xmlns:r="http://schemas.openxmlformats.org/officeDocument/2006/relationships" id="291" r:id="R5be672ef38bb4283"/>
    <p:sldId xmlns:r="http://schemas.openxmlformats.org/officeDocument/2006/relationships" id="292" r:id="R3e609079755a4795"/>
    <p:sldId xmlns:r="http://schemas.openxmlformats.org/officeDocument/2006/relationships" id="293" r:id="Rf789d55b0bc14b04"/>
    <p:sldId xmlns:r="http://schemas.openxmlformats.org/officeDocument/2006/relationships" id="294" r:id="Rd4d189ce78aa4781"/>
    <p:sldId xmlns:r="http://schemas.openxmlformats.org/officeDocument/2006/relationships" id="295" r:id="R1de8f56e79aa49ca"/>
    <p:sldId xmlns:r="http://schemas.openxmlformats.org/officeDocument/2006/relationships" id="296" r:id="Rec6ee903ac634ec3"/>
    <p:sldId xmlns:r="http://schemas.openxmlformats.org/officeDocument/2006/relationships" id="297" r:id="R153029a4016b4d20"/>
    <p:sldId xmlns:r="http://schemas.openxmlformats.org/officeDocument/2006/relationships" id="298" r:id="R25174fc448344f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cfa048e183400b" /><Relationship Type="http://schemas.openxmlformats.org/officeDocument/2006/relationships/slideMaster" Target="/ppt/slideMasters/slideMaster1.xml" Id="R0d29b0f5021a4a79" /><Relationship Type="http://schemas.openxmlformats.org/officeDocument/2006/relationships/notesMaster" Target="/ppt/notesMasters/notesMaster1.xml" Id="R7a25b60b48424907" /><Relationship Type="http://schemas.openxmlformats.org/officeDocument/2006/relationships/presProps" Target="/ppt/presProps.xml" Id="R8f79da5a0348407e" /><Relationship Type="http://schemas.openxmlformats.org/officeDocument/2006/relationships/tableStyles" Target="/ppt/tableStyles.xml" Id="Re74bf72a6550465a" /><Relationship Type="http://schemas.openxmlformats.org/officeDocument/2006/relationships/slide" Target="/ppt/slides/slide1.xml" Id="Rf9c41034345746e3" /><Relationship Type="http://schemas.openxmlformats.org/officeDocument/2006/relationships/slide" Target="/ppt/slides/slide2.xml" Id="Rbd9452d56c274976" /><Relationship Type="http://schemas.openxmlformats.org/officeDocument/2006/relationships/slide" Target="/ppt/slides/slide3.xml" Id="Rd946709304594778" /><Relationship Type="http://schemas.openxmlformats.org/officeDocument/2006/relationships/slide" Target="/ppt/slides/slide4.xml" Id="R5e763f46ff1248f3" /><Relationship Type="http://schemas.openxmlformats.org/officeDocument/2006/relationships/slide" Target="/ppt/slides/slide5.xml" Id="R10ea17c7228143d7" /><Relationship Type="http://schemas.openxmlformats.org/officeDocument/2006/relationships/slide" Target="/ppt/slides/slide6.xml" Id="Rd4054d3bf8e14a02" /><Relationship Type="http://schemas.openxmlformats.org/officeDocument/2006/relationships/slide" Target="/ppt/slides/slide7.xml" Id="Rd67ecfeb86c54dc8" /><Relationship Type="http://schemas.openxmlformats.org/officeDocument/2006/relationships/slide" Target="/ppt/slides/slide8.xml" Id="Rf6051e51b44e4105" /><Relationship Type="http://schemas.openxmlformats.org/officeDocument/2006/relationships/slide" Target="/ppt/slides/slide9.xml" Id="R3bef8faf495640ec" /><Relationship Type="http://schemas.openxmlformats.org/officeDocument/2006/relationships/slide" Target="/ppt/slides/slide10.xml" Id="R48bf35e5f6094fb4" /><Relationship Type="http://schemas.openxmlformats.org/officeDocument/2006/relationships/slide" Target="/ppt/slides/slide11.xml" Id="R4108073d01a440ce" /><Relationship Type="http://schemas.openxmlformats.org/officeDocument/2006/relationships/slide" Target="/ppt/slides/slide12.xml" Id="R50988879eab84e1d" /><Relationship Type="http://schemas.openxmlformats.org/officeDocument/2006/relationships/slide" Target="/ppt/slides/slide13.xml" Id="Rfc5ee4bce8e04151" /><Relationship Type="http://schemas.openxmlformats.org/officeDocument/2006/relationships/slide" Target="/ppt/slides/slide14.xml" Id="R9dd4d84bf3cc41a7" /><Relationship Type="http://schemas.openxmlformats.org/officeDocument/2006/relationships/slide" Target="/ppt/slides/slide15.xml" Id="Rdbd998a5c33e41ff" /><Relationship Type="http://schemas.openxmlformats.org/officeDocument/2006/relationships/slide" Target="/ppt/slides/slide16.xml" Id="R50dba09738354324" /><Relationship Type="http://schemas.openxmlformats.org/officeDocument/2006/relationships/slide" Target="/ppt/slides/slide17.xml" Id="Rbe2e807a6e294b8f" /><Relationship Type="http://schemas.openxmlformats.org/officeDocument/2006/relationships/slide" Target="/ppt/slides/slide18.xml" Id="R95646a6be23347bf" /><Relationship Type="http://schemas.openxmlformats.org/officeDocument/2006/relationships/slide" Target="/ppt/slides/slide19.xml" Id="R86ededac9d0a4b3a" /><Relationship Type="http://schemas.openxmlformats.org/officeDocument/2006/relationships/slide" Target="/ppt/slides/slide20.xml" Id="Rb5c8c27da8264809" /><Relationship Type="http://schemas.openxmlformats.org/officeDocument/2006/relationships/slide" Target="/ppt/slides/slide21.xml" Id="R00d4ce045ec64cb1" /><Relationship Type="http://schemas.openxmlformats.org/officeDocument/2006/relationships/slide" Target="/ppt/slides/slide22.xml" Id="Rdbefcb62a4d74bce" /><Relationship Type="http://schemas.openxmlformats.org/officeDocument/2006/relationships/slide" Target="/ppt/slides/slide23.xml" Id="R3a4d53160f434545" /><Relationship Type="http://schemas.openxmlformats.org/officeDocument/2006/relationships/slide" Target="/ppt/slides/slide24.xml" Id="Rb6eac2e1427d4802" /><Relationship Type="http://schemas.openxmlformats.org/officeDocument/2006/relationships/slide" Target="/ppt/slides/slide25.xml" Id="R668c3cda14964f0c" /><Relationship Type="http://schemas.openxmlformats.org/officeDocument/2006/relationships/slide" Target="/ppt/slides/slide26.xml" Id="Rdfb787c1fc414716" /><Relationship Type="http://schemas.openxmlformats.org/officeDocument/2006/relationships/slide" Target="/ppt/slides/slide27.xml" Id="R4b3ac1a6f7a940b9" /><Relationship Type="http://schemas.openxmlformats.org/officeDocument/2006/relationships/slide" Target="/ppt/slides/slide28.xml" Id="R1d00103433fd4851" /><Relationship Type="http://schemas.openxmlformats.org/officeDocument/2006/relationships/slide" Target="/ppt/slides/slide29.xml" Id="Re20a993c959b4676" /><Relationship Type="http://schemas.openxmlformats.org/officeDocument/2006/relationships/slide" Target="/ppt/slides/slide30.xml" Id="R3c0d8ec583b74b9e" /><Relationship Type="http://schemas.openxmlformats.org/officeDocument/2006/relationships/slide" Target="/ppt/slides/slide31.xml" Id="R0621e2c894074874" /><Relationship Type="http://schemas.openxmlformats.org/officeDocument/2006/relationships/slide" Target="/ppt/slides/slide32.xml" Id="Rc92c958cee114bab" /><Relationship Type="http://schemas.openxmlformats.org/officeDocument/2006/relationships/slide" Target="/ppt/slides/slide33.xml" Id="R6db505b6f02c4e51" /><Relationship Type="http://schemas.openxmlformats.org/officeDocument/2006/relationships/slide" Target="/ppt/slides/slide34.xml" Id="Reba4dbbb777c4f3f" /><Relationship Type="http://schemas.openxmlformats.org/officeDocument/2006/relationships/slide" Target="/ppt/slides/slide35.xml" Id="R5cbffa7577fd4447" /><Relationship Type="http://schemas.openxmlformats.org/officeDocument/2006/relationships/slide" Target="/ppt/slides/slide36.xml" Id="R5be672ef38bb4283" /><Relationship Type="http://schemas.openxmlformats.org/officeDocument/2006/relationships/slide" Target="/ppt/slides/slide37.xml" Id="R3e609079755a4795" /><Relationship Type="http://schemas.openxmlformats.org/officeDocument/2006/relationships/slide" Target="/ppt/slides/slide38.xml" Id="Rf789d55b0bc14b04" /><Relationship Type="http://schemas.openxmlformats.org/officeDocument/2006/relationships/slide" Target="/ppt/slides/slide39.xml" Id="Rd4d189ce78aa4781" /><Relationship Type="http://schemas.openxmlformats.org/officeDocument/2006/relationships/slide" Target="/ppt/slides/slide40.xml" Id="R1de8f56e79aa49ca" /><Relationship Type="http://schemas.openxmlformats.org/officeDocument/2006/relationships/slide" Target="/ppt/slides/slide41.xml" Id="Rec6ee903ac634ec3" /><Relationship Type="http://schemas.openxmlformats.org/officeDocument/2006/relationships/slide" Target="/ppt/slides/slide42.xml" Id="R153029a4016b4d20" /><Relationship Type="http://schemas.openxmlformats.org/officeDocument/2006/relationships/slide" Target="/ppt/slides/slide43.xml" Id="R25174fc448344f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a8500efe8c48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19256ac4654db8" /><Relationship Type="http://schemas.openxmlformats.org/officeDocument/2006/relationships/notesMaster" Target="/ppt/notesMasters/notesMaster1.xml" Id="R40aa67e0154a49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da76bf48664ef9" /><Relationship Type="http://schemas.openxmlformats.org/officeDocument/2006/relationships/notesMaster" Target="/ppt/notesMasters/notesMaster1.xml" Id="R3162f91e5d3c44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0fbcf1bace4ae1" /><Relationship Type="http://schemas.openxmlformats.org/officeDocument/2006/relationships/notesMaster" Target="/ppt/notesMasters/notesMaster1.xml" Id="Rcdaa774b5b9346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0deecd6b214cad" /><Relationship Type="http://schemas.openxmlformats.org/officeDocument/2006/relationships/notesMaster" Target="/ppt/notesMasters/notesMaster1.xml" Id="Rdc06adb608c545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13eac159394916" /><Relationship Type="http://schemas.openxmlformats.org/officeDocument/2006/relationships/notesMaster" Target="/ppt/notesMasters/notesMaster1.xml" Id="R8949381322204c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512bbe176e400d" /><Relationship Type="http://schemas.openxmlformats.org/officeDocument/2006/relationships/notesMaster" Target="/ppt/notesMasters/notesMaster1.xml" Id="Rd9448ac18f3f42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bf535ebe544fe7" /><Relationship Type="http://schemas.openxmlformats.org/officeDocument/2006/relationships/notesMaster" Target="/ppt/notesMasters/notesMaster1.xml" Id="R4a0aa427475344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b060705f914ae4" /><Relationship Type="http://schemas.openxmlformats.org/officeDocument/2006/relationships/notesMaster" Target="/ppt/notesMasters/notesMaster1.xml" Id="R591ba6b3d32843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6fc3725b7b4490" /><Relationship Type="http://schemas.openxmlformats.org/officeDocument/2006/relationships/notesMaster" Target="/ppt/notesMasters/notesMaster1.xml" Id="Rc48af565376c43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7c0e8c9f5c4665" /><Relationship Type="http://schemas.openxmlformats.org/officeDocument/2006/relationships/notesMaster" Target="/ppt/notesMasters/notesMaster1.xml" Id="R1aa259613b694c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158d9875144fa9" /><Relationship Type="http://schemas.openxmlformats.org/officeDocument/2006/relationships/notesMaster" Target="/ppt/notesMasters/notesMaster1.xml" Id="R0631a6ac1ceb48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3a1f5f85f44210" /><Relationship Type="http://schemas.openxmlformats.org/officeDocument/2006/relationships/notesMaster" Target="/ppt/notesMasters/notesMaster1.xml" Id="R64f0b98e405040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76090f782b456b" /><Relationship Type="http://schemas.openxmlformats.org/officeDocument/2006/relationships/notesMaster" Target="/ppt/notesMasters/notesMaster1.xml" Id="R1858c4f954504e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873df4d6eb47e2" /><Relationship Type="http://schemas.openxmlformats.org/officeDocument/2006/relationships/notesMaster" Target="/ppt/notesMasters/notesMaster1.xml" Id="R326e857cbe1c4a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4f66f661be4808" /><Relationship Type="http://schemas.openxmlformats.org/officeDocument/2006/relationships/notesMaster" Target="/ppt/notesMasters/notesMaster1.xml" Id="Rde3d506c65ab46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7e8b370d2a4371" /><Relationship Type="http://schemas.openxmlformats.org/officeDocument/2006/relationships/notesMaster" Target="/ppt/notesMasters/notesMaster1.xml" Id="R6b050151cd6b45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4db2db4bfff4b3d" /><Relationship Type="http://schemas.openxmlformats.org/officeDocument/2006/relationships/notesMaster" Target="/ppt/notesMasters/notesMaster1.xml" Id="Radb1249ccb2740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3d7054574284cc6" /><Relationship Type="http://schemas.openxmlformats.org/officeDocument/2006/relationships/notesMaster" Target="/ppt/notesMasters/notesMaster1.xml" Id="R2de6522093fa40c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6466b74cecf499f" /><Relationship Type="http://schemas.openxmlformats.org/officeDocument/2006/relationships/notesMaster" Target="/ppt/notesMasters/notesMaster1.xml" Id="R9ac07ade610d4ac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53e7f27419a4bc7" /><Relationship Type="http://schemas.openxmlformats.org/officeDocument/2006/relationships/notesMaster" Target="/ppt/notesMasters/notesMaster1.xml" Id="R876fa69d6fb9419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e8d57d41e804ea4" /><Relationship Type="http://schemas.openxmlformats.org/officeDocument/2006/relationships/notesMaster" Target="/ppt/notesMasters/notesMaster1.xml" Id="R4b2cc39851f845e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de6baf970e44cc3" /><Relationship Type="http://schemas.openxmlformats.org/officeDocument/2006/relationships/notesMaster" Target="/ppt/notesMasters/notesMaster1.xml" Id="R34110c5ebc354a3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6a51eef08cc41f7" /><Relationship Type="http://schemas.openxmlformats.org/officeDocument/2006/relationships/notesMaster" Target="/ppt/notesMasters/notesMaster1.xml" Id="R994a6f670b4d405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9515a3616b34584" /><Relationship Type="http://schemas.openxmlformats.org/officeDocument/2006/relationships/notesMaster" Target="/ppt/notesMasters/notesMaster1.xml" Id="Rd55817683eee487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72973d327e74b5c" /><Relationship Type="http://schemas.openxmlformats.org/officeDocument/2006/relationships/notesMaster" Target="/ppt/notesMasters/notesMaster1.xml" Id="Re491ca8c82f14fe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b678cba3ec64cf6" /><Relationship Type="http://schemas.openxmlformats.org/officeDocument/2006/relationships/notesMaster" Target="/ppt/notesMasters/notesMaster1.xml" Id="R0154a4a9358d40e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fd10c59c6bb4ed1" /><Relationship Type="http://schemas.openxmlformats.org/officeDocument/2006/relationships/notesMaster" Target="/ppt/notesMasters/notesMaster1.xml" Id="Reb670fc9332e473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ac28356b39c469e" /><Relationship Type="http://schemas.openxmlformats.org/officeDocument/2006/relationships/notesMaster" Target="/ppt/notesMasters/notesMaster1.xml" Id="Rfdb7f38fd01c466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5d8161b875a4c7c" /><Relationship Type="http://schemas.openxmlformats.org/officeDocument/2006/relationships/notesMaster" Target="/ppt/notesMasters/notesMaster1.xml" Id="Ref3007873cf34e7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5eb0a1ec3264372" /><Relationship Type="http://schemas.openxmlformats.org/officeDocument/2006/relationships/notesMaster" Target="/ppt/notesMasters/notesMaster1.xml" Id="Rd37a397167d246f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7cb2d27875f423f" /><Relationship Type="http://schemas.openxmlformats.org/officeDocument/2006/relationships/notesMaster" Target="/ppt/notesMasters/notesMaster1.xml" Id="R9c08e9554df443a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7e4a55642c247c8" /><Relationship Type="http://schemas.openxmlformats.org/officeDocument/2006/relationships/notesMaster" Target="/ppt/notesMasters/notesMaster1.xml" Id="Re3d1b8c33417411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8ab2c96ec6a4e53" /><Relationship Type="http://schemas.openxmlformats.org/officeDocument/2006/relationships/notesMaster" Target="/ppt/notesMasters/notesMaster1.xml" Id="R773afddec8104f1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a3bf716d1a24c82" /><Relationship Type="http://schemas.openxmlformats.org/officeDocument/2006/relationships/notesMaster" Target="/ppt/notesMasters/notesMaster1.xml" Id="R74ffb73fe82e45f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8e1241bbfbf4da7" /><Relationship Type="http://schemas.openxmlformats.org/officeDocument/2006/relationships/notesMaster" Target="/ppt/notesMasters/notesMaster1.xml" Id="Re059eb7636804b5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c3e08a9252a4cfa" /><Relationship Type="http://schemas.openxmlformats.org/officeDocument/2006/relationships/notesMaster" Target="/ppt/notesMasters/notesMaster1.xml" Id="R8460c0577191423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76d3b7d9af84d62" /><Relationship Type="http://schemas.openxmlformats.org/officeDocument/2006/relationships/notesMaster" Target="/ppt/notesMasters/notesMaster1.xml" Id="R27e47db2ba55408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8451457d04e4d22" /><Relationship Type="http://schemas.openxmlformats.org/officeDocument/2006/relationships/notesMaster" Target="/ppt/notesMasters/notesMaster1.xml" Id="Rc8ea3c8fa5d24ca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5f4ac9a547449b7" /><Relationship Type="http://schemas.openxmlformats.org/officeDocument/2006/relationships/notesMaster" Target="/ppt/notesMasters/notesMaster1.xml" Id="R8d99205d47a8416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ace2e64d1204c27" /><Relationship Type="http://schemas.openxmlformats.org/officeDocument/2006/relationships/notesMaster" Target="/ppt/notesMasters/notesMaster1.xml" Id="Rc370ca429b034f7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323355c4fd043e2" /><Relationship Type="http://schemas.openxmlformats.org/officeDocument/2006/relationships/notesMaster" Target="/ppt/notesMasters/notesMaster1.xml" Id="R500b77e24f24453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1d4c08e1f9a4e96" /><Relationship Type="http://schemas.openxmlformats.org/officeDocument/2006/relationships/notesMaster" Target="/ppt/notesMasters/notesMaster1.xml" Id="R166739e0b1264c6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579e3c217d641ad" /><Relationship Type="http://schemas.openxmlformats.org/officeDocument/2006/relationships/notesMaster" Target="/ppt/notesMasters/notesMaster1.xml" Id="R53db2e0f682641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cd55bf848e41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0835568a3141e1" /><Relationship Type="http://schemas.openxmlformats.org/officeDocument/2006/relationships/slideLayout" Target="/ppt/slideLayouts/slideLayout1.xml" Id="R46a44ec34b7940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a44ec34b7940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bd09a07864b9c" /><Relationship Type="http://schemas.openxmlformats.org/officeDocument/2006/relationships/notesSlide" Target="/ppt/notesSlides/notesSlide1.xml" Id="R724a9c91d08045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6d857af784d41" /><Relationship Type="http://schemas.openxmlformats.org/officeDocument/2006/relationships/notesSlide" Target="/ppt/notesSlides/notesSlide2.xml" Id="R8597f754147940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cae87179646ce" /><Relationship Type="http://schemas.openxmlformats.org/officeDocument/2006/relationships/notesSlide" Target="/ppt/notesSlides/notesSlide3.xml" Id="R7b737c335b744e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5e3a0a8574826" /><Relationship Type="http://schemas.openxmlformats.org/officeDocument/2006/relationships/notesSlide" Target="/ppt/notesSlides/notesSlide4.xml" Id="Rf08eb2d9e43649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c1b03fd7447d6" /><Relationship Type="http://schemas.openxmlformats.org/officeDocument/2006/relationships/notesSlide" Target="/ppt/notesSlides/notesSlide5.xml" Id="Ra1aedcd7e5bc47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0e1035a2d40f5" /><Relationship Type="http://schemas.openxmlformats.org/officeDocument/2006/relationships/notesSlide" Target="/ppt/notesSlides/notesSlide6.xml" Id="R3515d6ef92ed45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842e355534397" /><Relationship Type="http://schemas.openxmlformats.org/officeDocument/2006/relationships/notesSlide" Target="/ppt/notesSlides/notesSlide7.xml" Id="R62cb8acb56934c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a55167d4e4877" /><Relationship Type="http://schemas.openxmlformats.org/officeDocument/2006/relationships/notesSlide" Target="/ppt/notesSlides/notesSlide8.xml" Id="Rdad282f4fa4f45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21452924b4af4" /><Relationship Type="http://schemas.openxmlformats.org/officeDocument/2006/relationships/notesSlide" Target="/ppt/notesSlides/notesSlide9.xml" Id="R81bfb1785b4f47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ab4741df14e2b" /><Relationship Type="http://schemas.openxmlformats.org/officeDocument/2006/relationships/notesSlide" Target="/ppt/notesSlides/notesSlide10.xml" Id="R0032bfa6959b47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f6c6acdc14b87" /><Relationship Type="http://schemas.openxmlformats.org/officeDocument/2006/relationships/notesSlide" Target="/ppt/notesSlides/notesSlide11.xml" Id="R9aee8bf5c9144d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834472e6241c7" /><Relationship Type="http://schemas.openxmlformats.org/officeDocument/2006/relationships/notesSlide" Target="/ppt/notesSlides/notesSlide12.xml" Id="Rcad6f6c9a5f54d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864c3733e4ec8" /><Relationship Type="http://schemas.openxmlformats.org/officeDocument/2006/relationships/notesSlide" Target="/ppt/notesSlides/notesSlide13.xml" Id="Rc516d1f52a1042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027d3f8144670" /><Relationship Type="http://schemas.openxmlformats.org/officeDocument/2006/relationships/notesSlide" Target="/ppt/notesSlides/notesSlide14.xml" Id="R4c5285da0e2f47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60a1833874805" /><Relationship Type="http://schemas.openxmlformats.org/officeDocument/2006/relationships/notesSlide" Target="/ppt/notesSlides/notesSlide15.xml" Id="R79b9665192354f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98d65add8410e" /><Relationship Type="http://schemas.openxmlformats.org/officeDocument/2006/relationships/notesSlide" Target="/ppt/notesSlides/notesSlide16.xml" Id="Rc4b02453ce1d411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38b8a16b94ad0" /><Relationship Type="http://schemas.openxmlformats.org/officeDocument/2006/relationships/notesSlide" Target="/ppt/notesSlides/notesSlide17.xml" Id="R0564390be5ab499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81fef42a44118" /><Relationship Type="http://schemas.openxmlformats.org/officeDocument/2006/relationships/notesSlide" Target="/ppt/notesSlides/notesSlide18.xml" Id="Rb5c87013327d478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5e26906f445d7" /><Relationship Type="http://schemas.openxmlformats.org/officeDocument/2006/relationships/notesSlide" Target="/ppt/notesSlides/notesSlide19.xml" Id="Ra409594341064b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88ce5519d4bb8" /><Relationship Type="http://schemas.openxmlformats.org/officeDocument/2006/relationships/notesSlide" Target="/ppt/notesSlides/notesSlide20.xml" Id="Rcfd469eac2894a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4c7a898444439" /><Relationship Type="http://schemas.openxmlformats.org/officeDocument/2006/relationships/notesSlide" Target="/ppt/notesSlides/notesSlide21.xml" Id="Rff1e9555752548f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7a4c2c83a4737" /><Relationship Type="http://schemas.openxmlformats.org/officeDocument/2006/relationships/notesSlide" Target="/ppt/notesSlides/notesSlide22.xml" Id="R47907d63a01e40e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e161b24bd435d" /><Relationship Type="http://schemas.openxmlformats.org/officeDocument/2006/relationships/notesSlide" Target="/ppt/notesSlides/notesSlide23.xml" Id="Rba96c98e1da743a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22be3c09a45a1" /><Relationship Type="http://schemas.openxmlformats.org/officeDocument/2006/relationships/notesSlide" Target="/ppt/notesSlides/notesSlide24.xml" Id="R540ab99bde6145b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d1e2b22704e18" /><Relationship Type="http://schemas.openxmlformats.org/officeDocument/2006/relationships/notesSlide" Target="/ppt/notesSlides/notesSlide25.xml" Id="R319905550a7745b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009ce54b24655" /><Relationship Type="http://schemas.openxmlformats.org/officeDocument/2006/relationships/notesSlide" Target="/ppt/notesSlides/notesSlide26.xml" Id="R968f1a851f824f8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ca7f5a1634ee2" /><Relationship Type="http://schemas.openxmlformats.org/officeDocument/2006/relationships/notesSlide" Target="/ppt/notesSlides/notesSlide27.xml" Id="R2718344d9ce3408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d71b72b97416c" /><Relationship Type="http://schemas.openxmlformats.org/officeDocument/2006/relationships/notesSlide" Target="/ppt/notesSlides/notesSlide28.xml" Id="R27e5489d60974a6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aed13c1164aed" /><Relationship Type="http://schemas.openxmlformats.org/officeDocument/2006/relationships/notesSlide" Target="/ppt/notesSlides/notesSlide29.xml" Id="R76c3376bf9e6498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11bbac97f432c" /><Relationship Type="http://schemas.openxmlformats.org/officeDocument/2006/relationships/notesSlide" Target="/ppt/notesSlides/notesSlide30.xml" Id="R0836f41ed1ea4bb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7791c50e84f0c" /><Relationship Type="http://schemas.openxmlformats.org/officeDocument/2006/relationships/notesSlide" Target="/ppt/notesSlides/notesSlide31.xml" Id="R0a94285648544c3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0ada13fd64cf4" /><Relationship Type="http://schemas.openxmlformats.org/officeDocument/2006/relationships/notesSlide" Target="/ppt/notesSlides/notesSlide32.xml" Id="R2dfb7aab32cc4ae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ed09f2c674332" /><Relationship Type="http://schemas.openxmlformats.org/officeDocument/2006/relationships/notesSlide" Target="/ppt/notesSlides/notesSlide33.xml" Id="R3543e7dab8f148e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4c26f78384433" /><Relationship Type="http://schemas.openxmlformats.org/officeDocument/2006/relationships/notesSlide" Target="/ppt/notesSlides/notesSlide34.xml" Id="R677f2b8e85684e4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54272b6f24015" /><Relationship Type="http://schemas.openxmlformats.org/officeDocument/2006/relationships/notesSlide" Target="/ppt/notesSlides/notesSlide35.xml" Id="R784c4ae1157443e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a338908584862" /><Relationship Type="http://schemas.openxmlformats.org/officeDocument/2006/relationships/notesSlide" Target="/ppt/notesSlides/notesSlide36.xml" Id="R92595e05f2c4410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8cc8fb6b14954" /><Relationship Type="http://schemas.openxmlformats.org/officeDocument/2006/relationships/notesSlide" Target="/ppt/notesSlides/notesSlide37.xml" Id="R11a877f18c074af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242f877004302" /><Relationship Type="http://schemas.openxmlformats.org/officeDocument/2006/relationships/notesSlide" Target="/ppt/notesSlides/notesSlide38.xml" Id="R71c00eefbe9c457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4395039ce450e" /><Relationship Type="http://schemas.openxmlformats.org/officeDocument/2006/relationships/notesSlide" Target="/ppt/notesSlides/notesSlide39.xml" Id="Rb12fd0b1cd2348e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69bfcede446ba" /><Relationship Type="http://schemas.openxmlformats.org/officeDocument/2006/relationships/notesSlide" Target="/ppt/notesSlides/notesSlide40.xml" Id="R99a79d030b454e3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9495481b1494e" /><Relationship Type="http://schemas.openxmlformats.org/officeDocument/2006/relationships/notesSlide" Target="/ppt/notesSlides/notesSlide41.xml" Id="Rac136b9a120d4c1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baafd026e4de3" /><Relationship Type="http://schemas.openxmlformats.org/officeDocument/2006/relationships/notesSlide" Target="/ppt/notesSlides/notesSlide42.xml" Id="R081190b23bf749b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a192145a642b4" /><Relationship Type="http://schemas.openxmlformats.org/officeDocument/2006/relationships/notesSlide" Target="/ppt/notesSlides/notesSlide43.xml" Id="Reba9c46a94b14c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291AE-74CE-48D2-94B5-E84A1261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8F3CB-1E47-4FAA-B5F7-1E62A1D5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3B38B-0B98-4A56-A415-53117E2D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FFFFFF"/>
                </a:solidFill>
              </a:defRPr>
            </a:pPr>
            <a:r>
              <a:rPr sz="1200" b="1" spc="1">
                <a:solidFill>
                  <a:srgbClr val="FFFFFF"/>
                </a:solidFill>
              </a:rPr>
              <a:t>ESTRUTURA DE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D902A-AD1F-48E7-B983-1284B7E4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06680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E413C"/>
                </a:solidFill>
              </a:defRPr>
            </a:pPr>
            <a:r>
              <a:rPr sz="4050" b="1">
                <a:solidFill>
                  <a:srgbClr val="0E413C"/>
                </a:solidFill>
              </a:rPr>
              <a:t>Trabalho Avaliativo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FB814-BE04-478E-A2B3-C6B342C6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9085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16663"/>
                </a:solidFill>
              </a:defRPr>
            </a:pPr>
            <a:r>
              <a:rPr sz="1950">
                <a:solidFill>
                  <a:srgbClr val="016663"/>
                </a:solidFill>
              </a:rPr>
              <a:t>Sistema de Estoque e Vendas com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475D8-3C27-4E8D-A117-1D1452E1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435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E413C"/>
                </a:solidFill>
              </a:defRPr>
            </a:pPr>
            <a:r>
              <a:rPr sz="1500">
                <a:solidFill>
                  <a:srgbClr val="0E413C"/>
                </a:solidFill>
              </a:rPr>
              <a:t>Estrutura de Dados • Valor: 2,0 pontos • Entrega: 11/09/2026 às 23:59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D7A67-3697-4D7B-8D33-4CDD8DA0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74049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75338E-6CCE-4C9F-A252-6859F32C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DF301-B4C3-45C9-8198-4C49807C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BBB98-5EFC-4FB4-98B5-1DEEDA80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INFORMAÇÕES GERAIS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B3643-2DCD-4B26-9B9A-BFE271CF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O contrato do trabalho em uma tela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43166-FEC8-44A2-A9A5-A135F1E5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B5B7A-8FCE-407C-B449-B8E1AD41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43B53-9549-4D32-A2AA-723664B7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C46DE-05B3-41D6-B955-A1FD74C2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Informação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CBF40-8528-4B0C-A82B-B3BD6F9F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733550"/>
            <a:ext cx="643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Definição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4FE8A-BF2D-41AE-A9F4-13F48760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BF5A0-B530-410C-B2E7-D5FD10DE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Peso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DC0B3-29B5-4361-821F-5C4321EA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52650"/>
            <a:ext cx="643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2,0 pontos na nota da disciplina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ABE63-4252-4017-B1B5-1BAD59CA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3FC17-A700-4754-855E-A7651E28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Grupo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E725D-FB38-4C3F-B176-1828CE42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71750"/>
            <a:ext cx="643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até 6 integrantes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EB65E-B1FE-490E-8B5A-EC6CF5C4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2FA8E-3378-4849-B6D2-3DBFBDF0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Linguagem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58F95-B6EA-46E9-8D6A-91411643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90850"/>
            <a:ext cx="643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Python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03B462-C27C-4849-B99F-E953C5CA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9AFDE-DEB2-4054-896D-F3A2B02D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Execução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47B2E-245A-4E89-B087-D00CDDE6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09950"/>
            <a:ext cx="643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terminal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24C64E-C862-43BE-9D73-4DA40A42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131926-65E6-401A-ACFB-430FD564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Entrega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811894-1CBD-4B22-BD56-BCC36FBF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29050"/>
            <a:ext cx="643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AVA, tópico ENTREGAS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21F4C4-D2BE-48C1-92F5-B0B0138D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261E15-AF7D-4545-8D69-5B635EE7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Repositório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8D208D-80EC-4451-9EE9-6064AC13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48150"/>
            <a:ext cx="643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GitHub obrigatoriamente público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272372-A80B-4866-BF6B-48E3AC56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52426C-889A-4A0A-96E0-728F7966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Data limite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8CED38-56BC-4F71-B2D9-09D8AC1E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67250"/>
            <a:ext cx="643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11/09/2026 às 23:59</a:t>
            </a:r>
          </a:p>
        </p:txBody>
      </p:sp>
    </p:spTree>
    <p:extLst>
      <p:ext uri="{BB962C8B-B14F-4D97-AF65-F5344CB8AC3E}">
        <p14:creationId xmlns:p14="http://schemas.microsoft.com/office/powerpoint/2010/main" val="9770882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4B4351-0ABF-4706-8612-EE2E1E3C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A5C40-BCA3-4474-B441-1A42F37A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B0A33-5CD2-4E6C-93A9-7C9ACA90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PONTO IMPORTANTE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0F02B-272B-4EAC-89CE-823A27B5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Podem usar os códigos feitos em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5B994-F9DC-4B77-8704-936E5D82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A9E45-FFC2-4EDB-AABB-24E9E1A8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93D58-9BF0-4DED-A263-955DC092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3F6C1-1A83-4B76-B284-5337B71F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É permitido utilizar, adaptar e evoluir os códigos desenvolvidos em aula.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F3A1D-E504-459B-9F5C-8268572A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4FA7D-5DFA-40EE-9303-13C7B5B0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O grupo deve entender o código usado e integrá-lo corretamente ao sistema.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CB0F3-D43F-4A42-8E2D-13067420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7F48A-0BD3-46BC-A96C-D4999C0F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Referências úteis: aula03/Pilha.py, aula04/Fila.py e aula06/LSE.py.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9FBCA-7566-4613-B00B-C6B55AE3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77D9C-A6A8-44A2-BE1B-4431BEBF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Códigos de POO das aulas anteriores também podem servir como base.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3D748-8888-4749-8C11-A93AB6BC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2AA463-D2C5-4D8E-8A6F-18A63530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Copiar sem adaptar ao problema não substitui a implementação do trabalho.</a:t>
            </a:r>
          </a:p>
        </p:txBody>
      </p:sp>
    </p:spTree>
    <p:extLst>
      <p:ext uri="{BB962C8B-B14F-4D97-AF65-F5344CB8AC3E}">
        <p14:creationId xmlns:p14="http://schemas.microsoft.com/office/powerpoint/2010/main" val="631559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D00BE-00FC-487F-B5AD-963D9214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60E7D-BCC2-448C-912D-ED94B9C5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02354-3F5A-4A97-B911-96C83D27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FC506-CD4E-4AB9-8168-A5EC0D54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O objetivo é integrar os conteúdos em um sistema real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EAD87-3650-488B-896A-FAF1B6E6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FF943-2DE2-47AC-A5CB-452CBD60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C953E-3DCD-412C-BA0F-941E6A0E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16663"/>
                </a:solidFill>
              </a:defRPr>
            </a:pPr>
            <a:r>
              <a:rPr sz="1800">
                <a:solidFill>
                  <a:srgbClr val="016663"/>
                </a:solidFill>
              </a:rPr>
              <a:t>O foco da avaliação será a aplicação prática e correta dos conteúdos estudados.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1C78F-69BB-4184-AC73-ABE6324F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D2923-5B0A-4ADA-9348-22820C53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Desenvolver um Sistema de Estoque e Vendas executado pelo terminal.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A7467-0024-4AE7-9E8A-9983EB66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E38C4-71B0-43B7-8747-2CAF1CB8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Aplicar estruturas de dados no funcionamento do sistema.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8F0A9-A013-452E-932F-0C9BE284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5C147-32AA-4C4D-A1A5-A57577FF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Usar POO, algoritmos, persistência e tratamento de erros de forma integrada.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D86ED-D827-4A62-A733-7CC3547F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B3D7A-CFAE-4C96-B9D8-1A992B16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Evitar implementações apenas decorativas ou feitas só para cumprir tabela.</a:t>
            </a:r>
          </a:p>
        </p:txBody>
      </p:sp>
    </p:spTree>
    <p:extLst>
      <p:ext uri="{BB962C8B-B14F-4D97-AF65-F5344CB8AC3E}">
        <p14:creationId xmlns:p14="http://schemas.microsoft.com/office/powerpoint/2010/main" val="2128161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0DB6FB-A816-46DB-9E2E-9ACB3D15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81AF2-0550-4F34-99FA-50FF60B6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7BC50-BE2B-45C0-918B-296A1C7D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DESCRIÇÃO GERAL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122F5-42FE-400B-9D12-23691D2D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O sistema deve simular uma pequena loja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0AA98-0EFF-4469-B820-B2E39C3A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C72BD-514E-456C-A2BC-84B73CD4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74CC0-0816-4ACC-987E-CA6451CF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7A061-C388-4FA4-B34D-D1DB7FC2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Cadastrar e gerenciar clientes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17E68-C357-445B-A251-A71038FC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B650F-1518-45F6-98B0-44005CC0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95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Cadastrar e gerenciar produtos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BF6F3-62E1-4253-97A7-D6FBC309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DAA69-481C-402E-A83E-FAE25AA5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Controlar estoque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CC591-1AD1-417B-A69B-7EAB029D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622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BFC6A-8F0F-483D-815D-F6ABCFA5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Realizar e registrar vendas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ED019-F0EC-4B75-8E57-D527AE55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146FC-5D55-4AC7-AE65-B9919A24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Desfazer a última operação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009E4-30E0-4EEF-8F55-BECA58B0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527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479E3-385F-4D81-8617-D533A20E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Ordenar produtos e usar Busca Binária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01810A-DEA5-4BDB-9F56-F0E66921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EB22D-1E72-4D1E-AA54-4F8F0DDD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Exibir informações e relatórios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9FE77-88B0-4B8D-9942-EF46A156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43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CA7494-FEC5-4F22-9B7C-0705F96D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Salvar e carregar dados automaticamente</a:t>
            </a:r>
          </a:p>
        </p:txBody>
      </p:sp>
    </p:spTree>
    <p:extLst>
      <p:ext uri="{BB962C8B-B14F-4D97-AF65-F5344CB8AC3E}">
        <p14:creationId xmlns:p14="http://schemas.microsoft.com/office/powerpoint/2010/main" val="20894481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41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B9EC9-F41F-4E31-B9FF-65923FA0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BE417-AB0D-4EA9-8122-FF4E4C80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B6A4B-EFD9-4FB9-A99D-E887C70C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90600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676B7-7B1F-414C-B349-DCBAE7FD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52625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Modelagem do sistema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0E17F-860F-46FF-B156-13F9ED7E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742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Primeiro, os objetos principais que representam a loja.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2A1FE-3713-4149-86F3-0C4A5005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6472F-F34F-4B1F-8E00-E8C3D065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250E0-B5C0-4339-B449-9ADAF5AB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38785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3EBE17-B6D0-4B70-9EEE-3E9360C0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7EC58-6449-43B2-96B9-5C8C07E0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FC4A1-CD24-4FF7-A37C-4086EABC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CLASSES MÍNIMAS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DF781-D978-4F9F-BCB3-DC59D013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Cliente e Produto são as entidades básicas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A4C6F-0B81-4BC4-90B8-02348165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0279A-7F39-469E-9EAB-7DC9DE46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46E93-3180-494B-B774-7544185F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85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88035-B74F-453E-A85E-389C6687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Cliente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E5D9B-E4C8-4723-ACD8-03A4DC1F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ED425-8F03-4921-9476-986D9653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ID único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3A6A6-EAFD-476C-9FB1-24CA257D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80664-0B9E-4A1F-BC34-91A359B7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Nome obrigatório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7BE5D-45E2-4367-BC1D-4BACC119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FCCA3-6E4B-45F0-8AF9-8835B02F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Armazenado na Lista Simplesmente Encadeada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66BF5-4B7E-4DD7-96F9-75B2DF09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14500"/>
            <a:ext cx="485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63307-56C8-4287-82FC-3D7ED053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37BF2-274C-4BCB-ADB7-F1C43FB0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146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C8280-93F8-43D1-A081-2325F978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384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ID único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C8AD91-0585-43BB-87E1-4C6D9EDC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13BCD-55DD-426A-83E2-0B2BE61B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718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Nome obrigatório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095F3-092C-411A-AA47-749993C6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814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4B6A77-AA97-49D5-AB25-A1769E9B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052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Quantidade disponível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5699AA-A883-450A-81A4-468436C0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148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A36C5F-EB15-4524-B267-9E06810A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38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Preço maior que zero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717A2-0A86-4106-BD83-8B529576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482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D99447-B8A1-4BC2-B6B9-E09ED775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720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Armazenado na Lista Duplamente Encadeada</a:t>
            </a:r>
          </a:p>
        </p:txBody>
      </p:sp>
    </p:spTree>
    <p:extLst>
      <p:ext uri="{BB962C8B-B14F-4D97-AF65-F5344CB8AC3E}">
        <p14:creationId xmlns:p14="http://schemas.microsoft.com/office/powerpoint/2010/main" val="8201442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B6097-13D1-44C3-85C4-5BCB4460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E7358-2E9F-4BAA-91E6-E7AFF9EC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9905D-C887-4D39-ACBC-EE1AE9C0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CLASSE VENDA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BE390-602D-488A-9089-8AD0E2F9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Venda conecta cliente, produtos e estoque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49386-D4A7-4089-B442-474F97D0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BD9BC-29BC-4865-B77A-A7ED253A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0D26E-71AF-4D09-AC80-2E58646E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C066A-5253-4D98-B617-24A77F6A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Cada venda possui ID, cliente, produtos vendidos, quantidades e valor total.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F655F-CBFA-4760-97C2-7678C02E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A2CB5-9386-43F7-BC6B-EDE9E850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Uma venda pode conter um ou mais produtos.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B46B2-D217-4D22-8AD8-C6DB5CA9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36870-EF1B-48B7-A181-ED7238B6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O valor total deve ser calculado automaticamente.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FAB15-9F3D-4234-95B0-3650A922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CBC36-DE4F-4A77-8C64-395A3475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O grupo pode criar atributos ou classes extras se isso melhorar a organização.</a:t>
            </a:r>
          </a:p>
        </p:txBody>
      </p:sp>
    </p:spTree>
    <p:extLst>
      <p:ext uri="{BB962C8B-B14F-4D97-AF65-F5344CB8AC3E}">
        <p14:creationId xmlns:p14="http://schemas.microsoft.com/office/powerpoint/2010/main" val="12588802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C8B09-2AC1-4C5B-8080-85B5E5B0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4CD9D-33BD-4B7C-AA98-F7654EF3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78E3D-22E8-48FF-AC96-02A2F4B2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ESTRUTURAS DE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05BA1-2D73-4121-B78A-3274EAA5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Cada estrutura tem uma responsabilidade obrigatória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79B1E-21DF-4847-B9C5-053B261A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4990D-EF18-4303-B54C-97ED9814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8FEE4-F2BC-491A-8AD7-E9C20FFF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12A14-A843-423F-A7E0-57D5428E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Estrutura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687C4-E843-4FBC-A022-82D6EAAB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3355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Aplicação obrigatória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D52FF-9939-477C-9047-6B77BF2A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856FD-4600-4014-854A-ADEEA30D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LSE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C25D7-A300-4E8A-999A-81338186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5265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armazenamento dos clientes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02F28-B47B-4C89-AEBC-1C4F72AE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B3582-B903-4E52-959A-7ED0D6E2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LDE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9F6AC-33FB-4132-9A1E-8BE3C79A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7175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armazenamento dos produtos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A4637-12BF-49EA-8F67-AA62AA77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9A5375-135E-48A4-A723-6127252B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Fila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6998BF-605D-4690-9B28-9F681AB2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9085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vendas realizadas na ordem em que aconteceram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880267-123E-4BFE-9E22-1CFA82D6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A4F01-913C-4D25-9C9F-CD3D2939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Pilha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8465C-7488-41A0-9AA9-9BBB2007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0995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histórico usado para desfazer operações</a:t>
            </a:r>
          </a:p>
        </p:txBody>
      </p:sp>
    </p:spTree>
    <p:extLst>
      <p:ext uri="{BB962C8B-B14F-4D97-AF65-F5344CB8AC3E}">
        <p14:creationId xmlns:p14="http://schemas.microsoft.com/office/powerpoint/2010/main" val="9841532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0FFCAA-910C-4E80-999D-39BDDED4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0DADD-1F77-4B59-994E-31DDAA99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10B47-087D-4F2F-A5E2-8DB13138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REGRA IMPORTANTE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C8EA8-8FBA-426B-8470-2C3134E5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As estruturas precisam participar do funcionamento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AE1FD-7FDE-4498-BD92-A7E2F431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D1C9F-00F3-4B05-9AC0-8C555431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6A7F9-B634-4AFE-8962-FCDFD635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A3FFA-9085-4EF3-A41E-9FC18898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Não vale criar uma estrutura apenas para aparecer no código.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EF9F6-EECE-49AA-8BB1-F7098BE3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FFD67-198D-482F-9917-3B827745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A LSE deve ser usada nas operações reais de clientes.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3E116-FDA4-4158-BE94-201D8D24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A3512-6194-4A00-8AAE-1073F1B4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A LDE deve ser usada nas operações reais de produtos.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11C55-CC5E-4A80-A549-234E1DC8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33AE8-EC2F-45DB-A04B-7379AB3E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Fila e Pilha devem afetar diretamente vendas e desfazer.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F141B-9007-4C05-8108-AF78FAEA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63E2A-2D6A-4CD9-9829-CCD5707E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Listas nativas podem apoiar conversões, mas não substituir as estruturas obrigatórias.</a:t>
            </a:r>
          </a:p>
        </p:txBody>
      </p:sp>
    </p:spTree>
    <p:extLst>
      <p:ext uri="{BB962C8B-B14F-4D97-AF65-F5344CB8AC3E}">
        <p14:creationId xmlns:p14="http://schemas.microsoft.com/office/powerpoint/2010/main" val="18237128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41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56C9C-6390-4138-B591-8FD33878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B2AC7-27BD-4C85-AC71-368684B2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2D6AB-0BB1-465D-882B-C91683B3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90600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BA3DE-6CAB-4E47-804A-1FC00DBE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52625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Menu e funcionalidades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AEB4E-C9D2-41FB-8A0F-DB081ECF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742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O menu é o mapa do sistema e deve ser claro para o usuário.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4E9E6-F3CA-4D69-ADCA-4E575827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F64D7-26F8-4D1A-ACA4-C7E3A07D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6A9B3-3F2C-4C47-80CB-5081605F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28915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4E985-8DA4-405B-BEBF-AAAE6C35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5C2B1-7D41-4C54-98D3-0C8DD71A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A2645-6D3C-4A61-9611-468D313A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MENU NUMÉRICO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C5BF1-CD80-4880-9D18-1C149B2E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Exemplo de menu: clientes e produtos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FFA02-EC46-44BC-A70A-4E8CCA4D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375D8-E560-4F61-967D-AF7D3DD4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1CBEE-905D-4C30-B76E-8B6B3AD2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95250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28575">
            <a:solidFill>
              <a:srgbClr val="0166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94EB5-D72B-4016-89CF-20733A6F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66900"/>
            <a:ext cx="89535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==============================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 SISTEMA DE ESTOQUE E VENDAS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==============================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1  - Cadastrar cliente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2  - Listar clientes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3  - Buscar cliente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4  - Remover cliente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5  - Cadastrar produto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6  - Listar produtos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7  - Buscar produto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8  - Atualizar estoque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9  - Remover produto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10 - Listar produtos em ordem inversa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11 - Listar produtos ordenados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12 - Buscar produto por ID usando Busca Binária</a:t>
            </a:r>
          </a:p>
        </p:txBody>
      </p:sp>
    </p:spTree>
    <p:extLst>
      <p:ext uri="{BB962C8B-B14F-4D97-AF65-F5344CB8AC3E}">
        <p14:creationId xmlns:p14="http://schemas.microsoft.com/office/powerpoint/2010/main" val="18206653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3DE65-ED2D-4EA2-AEBB-74E80AFA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8D172-E81F-4498-8614-9D4DE689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935C8-FDC9-4900-9B2C-E82A1956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MENU NUMÉRICO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04795-1FE0-4014-B285-B27007AA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Exemplo de menu: vendas e relatórios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6A3AD-E9C4-44B5-A7D3-5988A172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BE1C7-96D6-4A39-8053-1742E516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532A4-D983-4A4F-831D-5EE218B9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16663"/>
                </a:solidFill>
              </a:defRPr>
            </a:pPr>
            <a:r>
              <a:rPr sz="1650">
                <a:solidFill>
                  <a:srgbClr val="016663"/>
                </a:solidFill>
              </a:rPr>
              <a:t>As opções precisam estar acessíveis pelo terminal e validar entradas inválidas.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CB217-A4C7-42CE-B996-1DED25AC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9525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28575">
            <a:solidFill>
              <a:srgbClr val="0166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13633-9578-4CEF-BFF3-71ACBB0D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28850"/>
            <a:ext cx="89535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13 - Realizar venda</a:t>
            </a:r>
          </a:p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14 - Visualizar fila de vendas</a:t>
            </a:r>
          </a:p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15 - Visualizar primeira venda da fila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16 - Exibir valor total do estoque</a:t>
            </a:r>
          </a:p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17 - Exibir valor total das vendas</a:t>
            </a:r>
          </a:p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18 - Exibir clientes e valores totais gastos</a:t>
            </a:r>
          </a:p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19 - Exibir cliente que mais gastou</a:t>
            </a:r>
          </a:p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20 - Exibir produto mais vendido</a:t>
            </a:r>
          </a:p>
        </p:txBody>
      </p:sp>
    </p:spTree>
    <p:extLst>
      <p:ext uri="{BB962C8B-B14F-4D97-AF65-F5344CB8AC3E}">
        <p14:creationId xmlns:p14="http://schemas.microsoft.com/office/powerpoint/2010/main" val="14467116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7CB2B-CABD-446F-B7B7-0A27C6E9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956CF-DC05-4065-B3E9-0B6059BD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07737-A3CA-453E-9977-EE234CE7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MENU NUMÉRICO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0E18D-0F11-4BEA-B39F-4CA8BFBC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Exemplo de menu: sistema e saída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44B84-841E-4A9C-A5D5-EC944204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BD4AB-EF22-454D-B2C4-5D90EF03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F6111-5059-45B8-A674-188FBE79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16663"/>
                </a:solidFill>
              </a:defRPr>
            </a:pPr>
            <a:r>
              <a:rPr sz="1650">
                <a:solidFill>
                  <a:srgbClr val="016663"/>
                </a:solidFill>
              </a:rPr>
              <a:t>Não deve existir opção manual para salvar ou carregar dados.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0FF8D-7079-435D-8EF5-994821AB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9525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28575">
            <a:solidFill>
              <a:srgbClr val="0166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44F38-9985-4BA9-9628-7575C56A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28850"/>
            <a:ext cx="89535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21 - Desfazer última operação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0  - Sair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Escolha uma opção: 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Regra: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se a opção for inválida, mostre uma mensagem,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não encerre o programa e volte ao menu principal.</a:t>
            </a:r>
          </a:p>
        </p:txBody>
      </p:sp>
    </p:spTree>
    <p:extLst>
      <p:ext uri="{BB962C8B-B14F-4D97-AF65-F5344CB8AC3E}">
        <p14:creationId xmlns:p14="http://schemas.microsoft.com/office/powerpoint/2010/main" val="19996796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623D95-55FA-42FC-8830-55EEA72B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0CD3B-6CDE-4911-9DC0-D9CB9EE3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ACE80-0FFA-437F-B359-76EA410B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GERENCIAMENTO DE CLIENTES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A8EDB-9574-493A-A0D9-F605D8D6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Clientes ficam na Lista Simplesmente Encadeada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D68BB-E20E-48FE-8CF6-CCD5EA52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F8F30-D653-4A62-A935-D58F7FBA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132FD-97BF-4B8B-A592-1DCC1691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43C8B-5856-4BFD-ABEC-2F2F0C20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Cadastrar cliente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36615-EE7A-4B19-AE0A-D9D16436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42063-25A8-4F11-9395-791E8002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95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Listar clientes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117A2-8E48-4A08-9A15-29338BEF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97F26-CF2D-4AE4-95D4-11FF21DF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Buscar cliente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4A96E-8C07-4D1D-9179-7A40C3FB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384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FB74E-9D0C-4144-B09A-00AB6CE8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Remover cliente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7F77A-8B9D-467F-9443-4C241686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3607F-68EA-4B83-8714-5652720F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Garantir ID único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08233E-C830-4060-8B39-483651EA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051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35F13-A08B-4A78-9FD6-2C901246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Bloquear nomes vazios</a:t>
            </a:r>
          </a:p>
        </p:txBody>
      </p:sp>
    </p:spTree>
    <p:extLst>
      <p:ext uri="{BB962C8B-B14F-4D97-AF65-F5344CB8AC3E}">
        <p14:creationId xmlns:p14="http://schemas.microsoft.com/office/powerpoint/2010/main" val="13292269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E5C3E-79D9-4DFE-9EB7-CE2BA602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AF286-D944-4BC8-9C03-F10B7E83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42802-4429-4FA4-AFE7-442D9C58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GERENCIAMENTO DE PRODUTOS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A77F9-A0F3-41C4-B4DF-69584EF4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Produtos ficam na Lista Duplamente Encadeada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1953B-D52C-4D70-8B7D-F784D8F7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D9540-D7CE-4991-97B7-6F84875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538A1-1A0D-4352-B09E-E3DDFE50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C776E-2EE9-44DB-9152-0742BBE9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E413C"/>
                </a:solidFill>
              </a:defRPr>
            </a:pPr>
            <a:r>
              <a:rPr sz="1725">
                <a:solidFill>
                  <a:srgbClr val="0E413C"/>
                </a:solidFill>
              </a:rPr>
              <a:t>Cadastrar, listar, buscar e remover produto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EC089-0036-4E2A-B80F-5E5959B2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3F842-ABA3-4C51-AD33-3346B64A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95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E413C"/>
                </a:solidFill>
              </a:defRPr>
            </a:pPr>
            <a:r>
              <a:rPr sz="1725">
                <a:solidFill>
                  <a:srgbClr val="0E413C"/>
                </a:solidFill>
              </a:rPr>
              <a:t>Atualizar quantidade em estoque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2CCD9-7999-4F5D-9B9C-54184204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AA8AF-5EE0-4328-A543-508E1CB9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E413C"/>
                </a:solidFill>
              </a:defRPr>
            </a:pPr>
            <a:r>
              <a:rPr sz="1725">
                <a:solidFill>
                  <a:srgbClr val="0E413C"/>
                </a:solidFill>
              </a:rPr>
              <a:t>Visualizar do início para o fim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9F61D-4B2A-45BC-8669-094AFAC2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384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A3C57-019F-476B-B9D4-F8928D2B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E413C"/>
                </a:solidFill>
              </a:defRPr>
            </a:pPr>
            <a:r>
              <a:rPr sz="1725">
                <a:solidFill>
                  <a:srgbClr val="0E413C"/>
                </a:solidFill>
              </a:rPr>
              <a:t>Visualizar do fim para o início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2A617-F7C8-46E0-A7FF-D85B84F5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4C7F9-1253-4E3E-8DF4-EA76D823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E413C"/>
                </a:solidFill>
              </a:defRPr>
            </a:pPr>
            <a:r>
              <a:rPr sz="1725">
                <a:solidFill>
                  <a:srgbClr val="0E413C"/>
                </a:solidFill>
              </a:rPr>
              <a:t>Garantir preço maior que zero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12FCB-BE78-48ED-BD55-6DC5B2E7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051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BDDDD6-096C-4CBA-BEEA-7FB47636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E413C"/>
                </a:solidFill>
              </a:defRPr>
            </a:pPr>
            <a:r>
              <a:rPr sz="1725">
                <a:solidFill>
                  <a:srgbClr val="0E413C"/>
                </a:solidFill>
              </a:rPr>
              <a:t>Impedir estoque negativo</a:t>
            </a:r>
          </a:p>
        </p:txBody>
      </p:sp>
    </p:spTree>
    <p:extLst>
      <p:ext uri="{BB962C8B-B14F-4D97-AF65-F5344CB8AC3E}">
        <p14:creationId xmlns:p14="http://schemas.microsoft.com/office/powerpoint/2010/main" val="17729793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2ACA3-BA4F-49E7-B7CF-555C677C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892F2-941E-4BD4-A2EA-21F22440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98597-809A-4D8E-B1B4-B1B0758E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REALIZAÇÃO DE VENDAS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34D44-2933-4F62-8F1D-DBF112E6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Uma venda só acontece se tudo estiver válido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983B2-1D44-4C91-A78D-54F5E9D8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471FE-CBFF-4E6D-8CC9-B77A671C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AD959-8A0C-49A3-AEED-9F87A49F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39782-85D4-485E-99E4-768365C2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Cliente precisa estar cadastrado.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166D1-A811-4832-959F-7AC0CFCC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C7FB4-8693-4816-B890-900362F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Venda deve ter um ou mais produtos.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6E860-0B20-4029-AF5C-45B71599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5DEEF-34AE-4C44-BD1C-BAAB1A81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Todos os produtos informados precisam existir.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A4813-FC24-49A4-9833-E6789908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66EEB-442F-4CC8-BC2D-A8CE9BC1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Cada quantidade deve ser inteira e maior que zero.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82904-42E3-414D-AC9E-B5551AA9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8127A-920C-41BF-8C4F-C9A80DC7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Deve haver estoque suficiente para todos os itens.</a:t>
            </a:r>
          </a:p>
        </p:txBody>
      </p:sp>
    </p:spTree>
    <p:extLst>
      <p:ext uri="{BB962C8B-B14F-4D97-AF65-F5344CB8AC3E}">
        <p14:creationId xmlns:p14="http://schemas.microsoft.com/office/powerpoint/2010/main" val="6258030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89ACC-FAFB-4F5C-928F-D80201B5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30D8A-3EEE-495D-8A97-3955F887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4EA1E-57A1-4CAE-B81A-357C53FA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PASSO A PASSO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52B71-2445-4D37-9F38-7A10E8B8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Fluxo de venda válida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4F79B-F94A-4FEC-849B-9C4F131F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311FB-A5DA-44EB-9FC0-43871433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0944A-A410-4961-B13D-4010EC4A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3A446-5A5E-4764-916D-D8C4B827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41A97-7302-445F-A164-F3B0900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Validar cliente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2ECCA-E880-4D28-AC8C-EEA34EF9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5F270-ED23-4349-90C7-1D2498F7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282F5-EFFF-466D-8FD8-E8B89218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38E99-1705-400C-89F3-C065716E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Validar produtos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87741-F341-40F8-A964-836FB5CB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B8817-295A-4117-AF59-2F3DC68A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E37516-8C55-4A12-B3D1-D3C7306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36604-0263-4307-9B37-50D1FE4D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Calcular total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23D9E-8417-4EDA-8FB0-E7805684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1861A6-640A-461C-9E6C-B82329B4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C5644B-D3A0-4704-B9F7-4312FDA3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EC7A00-E41E-4ABC-A9BD-78121F24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Baixar estoque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A91F44-2DDB-4637-85E6-9EC4513A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30D84-845A-4AA0-A355-F438E6AB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53B7BC-6A3F-4EE2-9E17-602225AB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4F7590-DD8A-47E7-B550-B24FEA36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Salvar venda</a:t>
            </a:r>
          </a:p>
        </p:txBody>
      </p:sp>
    </p:spTree>
    <p:extLst>
      <p:ext uri="{BB962C8B-B14F-4D97-AF65-F5344CB8AC3E}">
        <p14:creationId xmlns:p14="http://schemas.microsoft.com/office/powerpoint/2010/main" val="6474277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3CF786-F59E-4731-9493-63963257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D48EB-6E24-49DB-8F78-50569EF6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5EDD8-2304-4F5F-9EE2-55488D2D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PASSO A PASSO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7C626-E8BF-4499-9C60-5CDA97C2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Venda inválida não altera 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912B0-06D7-400C-839D-0AE7BA3A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89321-7033-4784-9E16-6D62EAED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3FC84-125F-41AE-AB69-60E71D22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D0223-EB28-4730-86E0-DE152840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4DCD0-E449-40D6-8466-3C5FC834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Encontrar erro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9539B-D681-4ACA-98CD-8573B59F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6795B-660A-44EB-8024-AA206A1E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2451B-F96C-4697-BE03-CAE87BE7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D14C7-1495-4D1F-B6A0-E89A5000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Mostrar mensagem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39605-3C3E-460B-B592-9A804C7A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83B15-275A-416B-938C-55A49113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6DB10-49F3-4960-B92D-0AB80991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766E3-FA9F-456F-AEEC-A5FE1B56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Cancelar 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D1E36-5443-4220-BF9C-22DAA672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01357-8EBB-40DC-8AF3-BD4A4DFF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BFC1C-8DF7-417B-91E6-4989F127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ED41B-8A51-4AA0-965D-31FAC2D1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Preservar dados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9F765F-16D9-4713-AEFA-E4A41462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C041F-3165-4E0C-812C-5D5C87D5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8D0621-48B7-4C7C-926C-3212BAC6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F7EB73-368A-4D23-BF9A-A577CA95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Voltar ao menu</a:t>
            </a:r>
          </a:p>
        </p:txBody>
      </p:sp>
    </p:spTree>
    <p:extLst>
      <p:ext uri="{BB962C8B-B14F-4D97-AF65-F5344CB8AC3E}">
        <p14:creationId xmlns:p14="http://schemas.microsoft.com/office/powerpoint/2010/main" val="19180809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26397-E8F5-4B4B-BBC8-AF2D3E3D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D991F-4C39-4E88-97F2-542796EE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1280D-E55F-493D-9388-A505A256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FILA DE VENDAS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35D21-2D6A-43FB-B96D-062DB05C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A Fila preserva a ordem das vendas realizadas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3A30F-0BE2-4075-977F-BB4424F0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0BF7E-B308-403C-B9B4-14FA3A6A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0C176-B9EA-4D8C-924D-DAE15131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E75E1-EE7A-451A-912A-1C15B348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A primeira venda realizada permanece como a primeira da estrutura.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E306F-EFFD-447F-BFE5-A025DE63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CA110-E0F5-418E-A178-6A5DE86D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A visualização deve respeitar o princípio FIFO.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07CF4-7496-47F6-9D82-A4054906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01FCF-D1ED-49F8-88C7-B1AA79D5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Ao reiniciar o programa, as vendas devem voltar para a Fila na ordem correta.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12D1F-F94E-4967-AE27-125AB495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3DCA7-17E2-4AB7-922D-AC12AE33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O sistema deve tratar tentativa de acessar Fila vazia.</a:t>
            </a:r>
          </a:p>
        </p:txBody>
      </p:sp>
    </p:spTree>
    <p:extLst>
      <p:ext uri="{BB962C8B-B14F-4D97-AF65-F5344CB8AC3E}">
        <p14:creationId xmlns:p14="http://schemas.microsoft.com/office/powerpoint/2010/main" val="12007176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0CA01-CEDF-4DA3-9353-8CF4AF30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4D7D9-4401-4595-981B-ED6E3989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EB206-9373-448F-B2E8-447B5235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PILHA E DESFAZER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54557-ECF4-4D09-BC43-44F98F1D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A Pilha permite desfazer a última operação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ABF5E-19A3-4CFA-B46D-3BB18918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889ED-C3CF-44BE-BE27-ADC7964D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94F87-630E-4DFE-9325-856B792E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EA4EF-608F-46C7-9E21-36A9FF70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A funcionalidade segue o princípio LIFO.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9B29F-7086-4949-B42A-B8E48B83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4FAE0-4DE8-4605-B1CB-02E229F3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A Pilha deve guardar dados suficientes para restaurar o estado anterior.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64CE7-B164-42A8-9211-8A38498F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C9058-8D37-4F36-85E7-24CE35F3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Desfazer uma venda devolve todos os produtos ao estoque.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6F3BE-2B22-4A29-AF02-F2ACE28D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A6F0D-BB67-4C52-94A7-B2B8986A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A venda desfeita deixa de fazer parte do histórico correspondente.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4F450-DBFB-43DD-B60A-C974B772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F7AB0-70DD-4DE6-8EF6-1343EE43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Os arquivos devem ser atualizados após o desfazer.</a:t>
            </a:r>
          </a:p>
        </p:txBody>
      </p:sp>
    </p:spTree>
    <p:extLst>
      <p:ext uri="{BB962C8B-B14F-4D97-AF65-F5344CB8AC3E}">
        <p14:creationId xmlns:p14="http://schemas.microsoft.com/office/powerpoint/2010/main" val="1989497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E41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3E6AF-0C87-45BC-917D-0EBC348E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00384-9FA1-4F2F-92EB-B3BB11A0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BFE91-F11A-4C6E-A0FE-C7E69A62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90600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300AB-F07C-4441-96C8-9B0A56FB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52625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Algoritmos obrigatórios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CCF9F-3D08-4B12-AA28-F889B098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742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Ordenação manual e Busca Binária precisam aparecer no uso real do sistema.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87E13-CEED-43BA-A6A2-67E6385A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46BD3-C128-4C38-9C7A-D14FFA3C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99EC3-BDC0-47BB-AAD2-CED22CFF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9730901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59FD5-EFCF-4033-B84B-2A16CA14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DEC4A-6D16-4541-B3C2-7F7511D4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D1658-AFC0-494C-A150-35E10A3B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ORDENAÇÃO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00BB1-26DB-4725-A053-8D895538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Cada grupo escolhe um algoritmo de ordenação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B7703-9EB5-4311-8C58-F062A090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3D503-760B-4764-8CF9-C6D21557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C7D53-DD5E-4751-B286-47973BD9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554B9-9374-4CFD-83B8-B2440CA1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E413C"/>
                </a:solidFill>
              </a:defRPr>
            </a:pPr>
            <a:r>
              <a:rPr sz="1650">
                <a:solidFill>
                  <a:srgbClr val="0E413C"/>
                </a:solidFill>
              </a:rPr>
              <a:t>Bubble Sort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0A834-1B1A-45F5-8290-CFA64EAE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BC3C1-728C-4786-9E83-0C631793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95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E413C"/>
                </a:solidFill>
              </a:defRPr>
            </a:pPr>
            <a:r>
              <a:rPr sz="1650">
                <a:solidFill>
                  <a:srgbClr val="0E413C"/>
                </a:solidFill>
              </a:rPr>
              <a:t>Selection Sort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21042-1576-4467-B1C4-06E2E739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A0B36-E2EB-4A14-867A-D3F5F90B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E413C"/>
                </a:solidFill>
              </a:defRPr>
            </a:pPr>
            <a:r>
              <a:rPr sz="1650">
                <a:solidFill>
                  <a:srgbClr val="0E413C"/>
                </a:solidFill>
              </a:rPr>
              <a:t>Insertion Sort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487D1-A511-46E3-A7B2-8E25730A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384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9209D-8C7D-4175-82A9-1A888FFA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E413C"/>
                </a:solidFill>
              </a:defRPr>
            </a:pPr>
            <a:r>
              <a:rPr sz="1650">
                <a:solidFill>
                  <a:srgbClr val="0E413C"/>
                </a:solidFill>
              </a:rPr>
              <a:t>Merge Sort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8D1C7-0F3A-4A39-8E19-A17C2BC8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08479-68F2-4674-8BF5-BDC9CB07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E413C"/>
                </a:solidFill>
              </a:defRPr>
            </a:pPr>
            <a:r>
              <a:rPr sz="1650">
                <a:solidFill>
                  <a:srgbClr val="0E413C"/>
                </a:solidFill>
              </a:rPr>
              <a:t>Apenas um algoritmo precisa ser escolhido e implementado manualmente.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F7974-15FD-42CF-A713-334345C9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051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8C47C0-3115-44FD-9967-853BA453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E413C"/>
                </a:solidFill>
              </a:defRPr>
            </a:pPr>
            <a:r>
              <a:rPr sz="1650">
                <a:solidFill>
                  <a:srgbClr val="0E413C"/>
                </a:solidFill>
              </a:rPr>
              <a:t>Não é permitido usar sort(), sorted() ou biblioteca equivalente.</a:t>
            </a:r>
          </a:p>
        </p:txBody>
      </p:sp>
    </p:spTree>
    <p:extLst>
      <p:ext uri="{BB962C8B-B14F-4D97-AF65-F5344CB8AC3E}">
        <p14:creationId xmlns:p14="http://schemas.microsoft.com/office/powerpoint/2010/main" val="20506862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C27AB-283E-40B3-93C5-F12D0753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32B34-70B1-4148-B561-4AA88492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79A50-F9D2-4C9F-976E-63A01B04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ORDENAÇÃO DOS PRODUTOS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7E589-F1D2-4A07-88F1-18E4206A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Produtos devem ser ordenados pelo menos por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CF456-33FA-4EB0-B556-467FFBAF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A852A-7D5E-45EF-BE14-196112F8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4C744-4D51-49C1-822B-AA5EE41C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D3241-CD48-401E-8998-FF1B853B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Ordenação por ID é obrigatória.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45ED6-1458-42C9-9F23-6EF15A09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11BBC-31C1-4F1A-A7D6-324BA70A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Ordenação por nome, preço e quantidade é opcional.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63A69-CB4E-4F8A-91F7-BDCB73A1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46AD4-8449-49B9-9262-1487953E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A ordenação por ID prepara os dados para a Busca Binária.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CCAC3-70E3-476E-8D4B-80E84196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8AC2D-4CC1-42E1-9C9A-110BA3C1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A estrutura principal continua sendo a LDE.</a:t>
            </a:r>
          </a:p>
        </p:txBody>
      </p:sp>
    </p:spTree>
    <p:extLst>
      <p:ext uri="{BB962C8B-B14F-4D97-AF65-F5344CB8AC3E}">
        <p14:creationId xmlns:p14="http://schemas.microsoft.com/office/powerpoint/2010/main" val="60669243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7A1508-F92D-4225-B933-01E3D4ED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80A69-CE71-4AEE-9356-748CDDD5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E8AB8-6401-47C3-8AEA-796ABE17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COLEÇÃO AUXILIAR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5A212-24D6-489E-895F-74730297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A coleção auxiliar existe só para ordenar e buscar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3729C-91C2-43B4-BA7E-0F7BE43D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39895-C00A-41B1-8712-2F3C6743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0C0E3-1F8A-4ED5-B43E-87BF6220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A467E-9AB5-406C-8879-A88517D2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4CFD2-9DB4-4405-9153-14EF0152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Produtos na LDE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1840A-9E41-4696-929A-F0EF5CC1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39E91-DDEC-4F68-926C-571F5E3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855B5-174C-48C4-9D89-7D5C6AEC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887CD-69C3-4BE1-8170-08B013C9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Criar coleção auxiliar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52799-E152-42FE-B633-B589FF2A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39A8D-33BF-474C-9E9C-997569E8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CE9FA-0B48-4524-9190-E322411D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A1F3D-864E-4249-9253-A766534E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Ordenar manualmente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8A8B7C-3C53-4B8A-BEA6-F6605A96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76E8F-8083-4245-A385-05F07CA1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B23EBD-0296-49A2-9F08-339737FE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D40917-1654-4C5D-B3A1-56035F1A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Usar o resultado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0B31CD-0F75-4720-8EDE-1D39A85A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5C2041-E9C6-44F6-94D3-D47E4633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E61EFD-DF74-4DC7-A7FF-DF171431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154D07-9646-4263-99B9-A2A270F3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Manter LDE principal</a:t>
            </a:r>
          </a:p>
        </p:txBody>
      </p:sp>
    </p:spTree>
    <p:extLst>
      <p:ext uri="{BB962C8B-B14F-4D97-AF65-F5344CB8AC3E}">
        <p14:creationId xmlns:p14="http://schemas.microsoft.com/office/powerpoint/2010/main" val="104571974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EA12C1-7056-4448-AAC1-E42AB9F9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40C24-A33F-4DDC-A3AE-FC8138E6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57935-FD31-4DC3-865B-09954BA4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BUSCA BINÁRIA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4C797-6DD7-4347-B928-CF8CE764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Busca Binária localiza produto por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BC555-2CDE-45FA-AA62-DAD6B14B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1D4CB-1F75-43B8-A433-D02412E5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43E01-F4A7-4F60-8587-251E95F5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EACC3-23A5-4332-959E-16056930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0ED73-03D2-4723-9E45-EF790564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Ler produtos da LDE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B0907-38DB-448B-B167-A5265C56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F2233-AE61-4895-B58D-3B74B96A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8FF3F-C8D3-4769-BCC9-7C640BC0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F791C-7C7E-45DD-8ED5-DF4ED696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Ordenar por 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33F26-9B16-45EC-AD8B-8B80E361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2DA95-D453-465A-8562-17CCA3D2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27508-1143-4AB5-B112-B2394356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363AE-F01E-4772-BB80-54D397DA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Solicitar 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B26E9-7333-42D7-8B44-932D9AE8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F1103-7E5E-43E5-92D2-6AE32190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11E33-3C0D-4731-AC25-4DA05BA0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45ED01-0005-43C5-A332-930016B2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Aplicar Busca Binária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EC57C0-387C-489F-A28D-A96FB18D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21FB59-6815-4B47-87A8-31B19CB3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AD903F-BE76-4754-B756-7151A0C0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686DE-3880-4E81-9DA2-9638D9F4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Mostrar resultado</a:t>
            </a:r>
          </a:p>
        </p:txBody>
      </p:sp>
    </p:spTree>
    <p:extLst>
      <p:ext uri="{BB962C8B-B14F-4D97-AF65-F5344CB8AC3E}">
        <p14:creationId xmlns:p14="http://schemas.microsoft.com/office/powerpoint/2010/main" val="18022864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A1F20-A93E-42E4-9C4E-D5F70ABF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4E569-6605-458C-9D21-035041F9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B4447-B2F5-462E-8BE6-B8CB4EA4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CUIDADOS OBRIGATÓRIOS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B0994-8D06-4BD0-9820-83E8417A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O que não é permitido em ordenação e busca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EAAF5-5A6A-4BED-A943-B054669F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0615B-7742-4E5B-8716-11DBB08A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D07E9-E59E-45CE-867D-22688FEE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15D72-AD2E-4252-BA02-02E7BC5C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Não usar sort(), sorted() ou bibliotecas para ordenar.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A00ED-70F0-4E03-B329-F22CF9DD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FA2B7-72CE-407B-B204-E6D5A80A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Não aplicar Busca Binária em dados desordenados.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3D320-DD5A-4E24-831C-0D208EF5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764FB-DC89-42A2-8964-B0F6FA7D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Não usar biblioteca pronta de Busca Binária.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9F7635-D183-4250-8940-624258AD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4EAF6-9389-470A-A597-C5747B26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Não trocar a Busca Binária por busca sequencial.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5A613-8257-4149-AAAC-2925C581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5DE7F-1336-44BF-AE87-75F082E4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Não substituir a LDE por uma lista auxiliar permanente.</a:t>
            </a:r>
          </a:p>
        </p:txBody>
      </p:sp>
    </p:spTree>
    <p:extLst>
      <p:ext uri="{BB962C8B-B14F-4D97-AF65-F5344CB8AC3E}">
        <p14:creationId xmlns:p14="http://schemas.microsoft.com/office/powerpoint/2010/main" val="5094001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E41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ABBB3-CC8D-4A4C-91AB-F224F6AF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2B288-15CD-4DF4-8DFD-3E528E99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8FAD0-9F53-47D6-8CE5-316C137D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90600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99FC2-6799-4A8A-AB5C-F4FC5BAD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52625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Persistência e resiliência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D9879-0A13-4A3E-A394-1BF06FAD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742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O sistema precisa continuar funcionando e preservar dados.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8CBE5-8ECE-45A2-9DB7-80EC39CD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719F4-9503-4BE7-BB1F-1CD2D344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F6026-F863-480F-A3A8-CA73654B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0006391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055EC-70CA-462C-83E6-F939DA4A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BC6AF-E4B8-4017-8956-A2989DC0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BB43F-A658-48B0-B911-83BBF486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PERSISTÊNCIA AUTOMÁTICA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EF3A1-F44A-4AC3-A3E9-F6A99E8A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Os dados devem sobreviver ao encerramento do programa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1EACD-C995-4B7B-ADC1-19899D96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F63D4-1D15-44A4-966E-F72287AE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2C501-37B9-450E-BBB3-9080F247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D8518-3C19-4F99-848D-5A6C67AC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Salvar clientes, produtos e vendas.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9FE28-648D-46E8-AD2F-D36BC4EF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7909C-1BEB-4D0E-B353-BA7E3F3C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Arquivos mínimos esperados: clientes.csv, produtos.csv e vendas.csv.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4B59B-ECC1-48F4-A417-B11860FC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F11B9-3CA4-4096-86F8-D754E24B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TXT equivalente é permitido, se guardar todas as informações.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A0838-8501-4D91-AFA9-176C231C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52EBCE-C4D6-47F3-97E2-0D828C86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O grupo deve definir como armazenar vendas com múltiplos produtos.</a:t>
            </a:r>
          </a:p>
        </p:txBody>
      </p:sp>
    </p:spTree>
    <p:extLst>
      <p:ext uri="{BB962C8B-B14F-4D97-AF65-F5344CB8AC3E}">
        <p14:creationId xmlns:p14="http://schemas.microsoft.com/office/powerpoint/2010/main" val="13413087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A2A865-63D5-43B3-B87F-B41F63B7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F5A7E-38D1-49A2-ADC9-D92BD270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1EAD3-AAD9-4A0D-9803-4666F25A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CARREGAMENTO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199CC-9490-4CD5-82C4-AE9527F4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Ao iniciar, o sistema reconstrói as estruturas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97E83-6DD3-46BC-B667-DC5A2B57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89B58-6C64-4F62-9464-5BC9BEA7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97A8D-5544-4F42-B311-5AE56B30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41737-4CA4-4DFA-AA4D-4AE5D509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B56B3-B7C9-47E3-AA11-3E9414D7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Abrir arquivos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94901-14C4-4C75-895C-0040500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90AB6-7FDF-46C5-A826-E155D711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46D9B-5231-454C-8DF7-78C7C502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3FA74-9CB2-4A59-A74B-605AE77E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Carregar clientes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4DD30-E507-4150-BD9D-90ADE639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048A5-E1B7-433C-8989-4376D81F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DA781-4E1B-4434-900C-4481BCC3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EDC75-B165-4C17-8204-5AD7B9BA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Reconstruir LSE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95943-C240-404B-AE50-B7BB8E2F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9225E7-F58D-4ED4-A88D-911FC17B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2BCDD-2541-4872-9823-BFA4BBA8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E1B29-683B-4923-AE0E-46CFF24D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Reconstruir LDE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7991B6-55EF-4C2A-A480-25EC6B4A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D224AE-4234-40D8-AFD7-07DA1901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12255-EE10-4CBB-B31C-A31C3695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1466F3-5A01-4F0A-B7C3-34E8D70A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Reconstruir Fila</a:t>
            </a:r>
          </a:p>
        </p:txBody>
      </p:sp>
    </p:spTree>
    <p:extLst>
      <p:ext uri="{BB962C8B-B14F-4D97-AF65-F5344CB8AC3E}">
        <p14:creationId xmlns:p14="http://schemas.microsoft.com/office/powerpoint/2010/main" val="204472992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8BEF8A-0E96-44E5-A953-BF155FEB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49C86-7937-442F-98BE-5483EE7C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D7F0B-0D79-4372-A71D-E486B975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SALVAMENTO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DE4F7-6864-4400-8D9A-FF40C01C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Alteração válida salva automaticamente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4F31A-17E8-4CA8-9050-8028ED74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DBA40-721C-4AF7-9673-B283F9E9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AE012-07BA-4711-B8A4-0D408D20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B10DE-687B-46F0-8548-F075C138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8E2A1-5874-4EB1-AB15-BBD45EBA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Validar 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F2478-26BB-407F-B14E-82089F65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897C2-51BE-498F-AD52-9275A0A3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A299DD-A079-4546-9498-8BE1B6C1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609B2-E007-4AFA-8684-DA7BF487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Alterar memória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CDEFD-274C-4D11-9174-716AEC14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B0EF7-CA9D-4383-9A16-538BCC45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75D71-825B-4BD8-AF99-C0AEB0F8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A73E6-2179-44A4-B906-6157D878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Atualizar estruturas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3CBA3F-9F3B-4927-9148-E4327A47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431CDD-1388-4D9F-B333-A38E48DF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944080-541F-403A-B8F3-167BDE58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008F24-33F0-45B3-B8E3-2CCBE327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Gravar arquivos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31E496-D34F-45AE-8330-6735B56B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134391-D96A-4795-8B1B-76BF6D15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B5771D-335F-4C41-A627-6D0B2F5B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8228E8-FA44-4F98-A316-3E9FDEEB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Voltar ao menu</a:t>
            </a:r>
          </a:p>
        </p:txBody>
      </p:sp>
    </p:spTree>
    <p:extLst>
      <p:ext uri="{BB962C8B-B14F-4D97-AF65-F5344CB8AC3E}">
        <p14:creationId xmlns:p14="http://schemas.microsoft.com/office/powerpoint/2010/main" val="36517576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0AD58-52E1-42CA-A5CC-3E360323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E4E51-4F3D-43C3-B7EB-9D8143DD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05B79-0107-4C36-AE8E-EE6C35B5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TRATAMENTO DE ERROS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7CE19-E12C-4AFB-9B17-C75D16BC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Regra central: o sistema não pode parar por erro previsto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B2E5F-8BDA-4A99-BDF8-B083A027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D6E5B-BFCC-45F8-A9D9-94C39F5E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D4C68-4AE8-46F9-80FF-9FA15851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B5CF8-F21B-4E96-A8C9-AD1187A0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Toda entrada do terminal deve ser validada antes de ser usada.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8DDB7-3F7D-497D-9883-E89C0E28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AE301-1944-4DB8-88FF-1A0AEAC4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Erro previsto não pode encerrar abruptamente a execução.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11937-27C7-418C-8BCC-2DD34CAA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82B3D-85C5-4A0F-952A-1F01347D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A ação inválida não deve ser finalizada.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95425-0A86-4764-95EB-8B3E84AC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F8F8B-485E-4E3F-B127-41D392CD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Os dados existentes devem ser preservados.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95188-A9DC-4A9C-AB3F-0844F69C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C79E5-EFC5-4D5D-82F4-0E5FFC4C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Depois da mensagem de erro, o sistema deve voltar ao menu.</a:t>
            </a:r>
          </a:p>
        </p:txBody>
      </p:sp>
    </p:spTree>
    <p:extLst>
      <p:ext uri="{BB962C8B-B14F-4D97-AF65-F5344CB8AC3E}">
        <p14:creationId xmlns:p14="http://schemas.microsoft.com/office/powerpoint/2010/main" val="116348987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047234-BEC5-4DD9-9D0B-7845DD9C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94C2A-4A2C-473B-8683-B566D990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3A03C-F73C-467E-A1D5-401D427A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TRATAMENTOS MÍNIMOS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94524-3EB4-43DA-9EEB-6BE82C04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O sistema precisa tratar erros previsíveis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FB69F-01A6-41E6-9969-1F857B65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95C45-5991-4DD2-B0FB-ADE74995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2D37D-0E27-4F2B-A3FD-EC98B398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65D8F-D61B-4927-A505-140170C3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6954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BCD9B-A73E-43B3-80A3-48FD4A8E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764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opção de menu inválida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04BFB-9711-48C1-BD16-35E57136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0879D-0339-4F0E-AF7C-D838888E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1431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25EFF-742A-440F-BE4B-A8E283A1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2407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letras quando número é esperado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98D5B-A3C1-425B-869B-7EAC4A3B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37001-02B6-424F-8A56-CDF3DA1D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5908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ECB3D-1EF5-41C4-9BF3-92AC7C22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717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campos obrigatórios vazios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2F86A-54E4-4CE4-8343-20EB4AA7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EA187-32B7-4D4B-8DC1-B2D47EF5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384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0EEE9-A7E0-4222-920E-63AF3D0D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1942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IDs inexistentes ou duplicados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FCEF7B-7086-4767-A01A-D7910A3F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12EBF4-59E8-4080-97FE-77641815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861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264C9B-EC21-4BD9-9A01-CAB1826B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preço inválido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DD561D-C5DF-492A-9DB8-3C25DEA4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33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B8DC8-4625-41CB-BA7A-4AFF6BDA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9338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3AE458-664D-4F6D-A932-0E644593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1477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quantidade inválida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2988FE-B390-4795-96EE-0D29D59D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697C5E-9FB2-419C-B618-52F35A17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954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02D01E-B149-4DB6-BF8A-9687EC4C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764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estoque insuficiente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7E3442-F437-46BB-A4B1-21C6485A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ED03E8-879B-45AB-8DD3-1E4BF80E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1431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F8851E-9B43-4AD2-9D43-D5C5238E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407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cliente ou produto inexistente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DBB629-A308-47C0-8F90-ABD834AB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FE562D-C8D8-4FE8-8271-6BA3CCD8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908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6C9567-2297-47A4-96BE-4421053A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remoção de item inexistente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8C25E7-053F-4589-9385-3D57A940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38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5A4B82-4D4C-4D07-A40F-73E292B7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384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508C42-87E3-4016-BDBF-CD4CB905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1942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listagens sem registros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85EA27-64C2-42AC-997A-975772F4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8FFD0A-908B-4EFB-86FF-FE538CD8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861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D344C0-EA81-4F1B-BC67-088F2627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671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Fila ou Pilha vazia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FB8A42-28FC-41E4-B659-0E934AC8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33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255AD1-1754-4310-BD0B-A1C064D5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9338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2BC359-FCE8-49C7-BC2B-5137DE3F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1477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arquivos inexistentes, vazios ou inválidos</a:t>
            </a:r>
          </a:p>
        </p:txBody>
      </p:sp>
    </p:spTree>
    <p:extLst>
      <p:ext uri="{BB962C8B-B14F-4D97-AF65-F5344CB8AC3E}">
        <p14:creationId xmlns:p14="http://schemas.microsoft.com/office/powerpoint/2010/main" val="103515516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91EF43-6CCE-4F08-A753-452A8CE1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87798-52EE-4B4D-997B-6448E8E6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B2815-2E9A-43A8-A93C-CBBEEA9C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ERRO TRATADO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0C838-60B1-4D69-B268-C57AC89D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Padrão esperado para qualquer erro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99297-A63B-462A-A06D-8E1E7CF0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B782E-673B-44D8-B6FE-F8A0647D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C9CE3-D326-40E0-9D1D-90F4847C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4EE95-B36A-46C9-9361-844ED6CA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8B5DB-9710-43E3-A8A6-C5855089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Detectar problema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3A813-F94E-4745-B3A7-DCC405BE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E6D25-F2E0-4DB5-85D5-0C3D8BE2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0FFB0-3B1C-4C3A-B3A8-8AC6F04C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B7FFD-B6D5-4E53-91EB-EC4AC237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Explicar ao usuário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DBCF9-5285-4469-AF20-84600E60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98881-78B5-4A80-9986-60591E3C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41045-2354-4182-BAEA-2C00D3AF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5EBC9-4AA3-4790-A73D-719333D1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Cancelar 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8BE1F-C49F-4745-9E80-8E18F89E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4AFC3-5926-4CF8-9578-4AA10ACC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7562CB-0A0E-47E7-BE7B-50247850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EA126-57F1-48A8-9221-EB0EAFB6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Não salvar alteração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71A6AC-FA76-445C-953A-E4756600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16663"/>
                </a:solidFill>
              </a:defRPr>
            </a:pPr>
            <a:r>
              <a:rPr sz="2700" b="1">
                <a:solidFill>
                  <a:srgbClr val="016663"/>
                </a:solidFill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F3A2CC-E2E3-4198-82C7-F9CEE0DB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09800"/>
            <a:ext cx="1762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74AA22-CFA9-40B5-A1B9-4506ED06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24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CFEA9D-93AC-48E2-8D19-885DA0EE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86050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Voltar ao menu</a:t>
            </a:r>
          </a:p>
        </p:txBody>
      </p:sp>
    </p:spTree>
    <p:extLst>
      <p:ext uri="{BB962C8B-B14F-4D97-AF65-F5344CB8AC3E}">
        <p14:creationId xmlns:p14="http://schemas.microsoft.com/office/powerpoint/2010/main" val="152351955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E41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95227-9375-4D29-86F8-BCF882A4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28C3A-1EC8-4571-B4FF-2EBD8972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767DE-A75E-4228-80A1-6F121F00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90600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CB933-B1EB-4990-8FC9-39F6CD8D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52625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Organização e trabalho em grupo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A6618-8D58-4736-AFBD-F6A5325C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742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Um projeto legível é mais fácil de testar, explicar e corrigir.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2B99F-A922-46C2-999C-0C7732F4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33241-A3A0-48DF-A4B4-54507734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E90A7-A74F-4596-AB0E-1E3AB54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99124509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606AE-3EF0-4F23-BEA6-9159CDF9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EEF73-C5AA-456D-947B-822FFE02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3ED54-0A1A-4A2D-90A7-178B1666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ORGANIZAÇÃO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260D0-2CF7-491D-A975-6BBABDE8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Árvore sugerida de arquivos e pastas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2E6EA-2D33-432B-944A-724D4B8E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3BE00-8E0D-4012-A57F-EF51C814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37AD3-96EE-416A-AF9B-29ACD9DB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95250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28575">
            <a:solidFill>
              <a:srgbClr val="0166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9A2CF-D86E-4678-85AC-CCD529E4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66900"/>
            <a:ext cx="89535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projeto/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├── main.py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├── models/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│   ├── cliente.py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│   ├── produto.py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│   └── venda.py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├── estruturas/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│   ├── nodo.py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│   ├── lse.py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│   ├── lde.py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│   ├── fila.py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│   └── pilha.py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├── algoritmos/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│   ├── ordenacao.py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│   └── busca_binaria.py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├── services/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│   ├── estoque_service.py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│   └── persistencia_service.py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├── data/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│   ├── clientes.csv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│   ├── produtos.csv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│   └── vendas.csv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└── README.md</a:t>
            </a:r>
          </a:p>
        </p:txBody>
      </p:sp>
    </p:spTree>
    <p:extLst>
      <p:ext uri="{BB962C8B-B14F-4D97-AF65-F5344CB8AC3E}">
        <p14:creationId xmlns:p14="http://schemas.microsoft.com/office/powerpoint/2010/main" val="130798150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47AED-F53D-4183-A507-F883D027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A0571-9F5A-4C85-8E7E-3BE58401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A08BD-B4D1-41B6-A0D6-234AD389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ORGANIZAÇÃO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88E42-B9D4-4F3F-B0F9-E67589F8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A árvore é sugestão, não limite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7B6AF-45A4-4ADB-BC7C-AEDC249C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7DC4F-4F62-432A-BCB3-A980C664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C09BB-22D9-4A93-94F9-2DE44A98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E3F81-E610-40CA-90A2-35B70333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O grupo pode criar mais classes, arquivos e pastas se precisar.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434B2-29C6-41D2-8F22-EE3EAC4D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08616-B896-4923-B416-60A0E323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O importante é separar responsabilidades com clareza.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071F3-0C86-41CB-9620-106476AF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926EA-EBBF-4E85-B972-74C051D0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Evitem concentrar tudo em um único main.py.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1C0ED-BCDD-45B3-A25F-96D17FC1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0755A-7098-4633-8BE7-C3D8D196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Serviços podem ajudar a organizar regras de venda, estoque e persistência.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E8C30-7EC1-4F4B-97BD-0F2C3526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6A365-DF90-4FD8-8806-41E78504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E413C"/>
                </a:solidFill>
              </a:defRPr>
            </a:pPr>
            <a:r>
              <a:rPr sz="1800">
                <a:solidFill>
                  <a:srgbClr val="0E413C"/>
                </a:solidFill>
              </a:rPr>
              <a:t>Cada integrante deve compreender a estrutura adotada pelo grupo.</a:t>
            </a:r>
          </a:p>
        </p:txBody>
      </p:sp>
    </p:spTree>
    <p:extLst>
      <p:ext uri="{BB962C8B-B14F-4D97-AF65-F5344CB8AC3E}">
        <p14:creationId xmlns:p14="http://schemas.microsoft.com/office/powerpoint/2010/main" val="143387925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D8FC0B-8E3B-442B-A804-534B9C63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EA948-3AF6-4FA7-A48F-93E959C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29667-D3CA-4CED-B675-6F7D7AE5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PASSO A PASSO SUGERIDO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A8A5F-CA57-477E-BC2E-76B124CB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Um caminho seguro para desenvolver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845DB-CE5B-4D65-879B-6E9BC27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18306-523C-4242-97A0-72BDECD0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25063-6D14-48C3-BD9D-2F86B713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DBDE0-3F70-4FE0-9CC0-46E98F6E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78E7B-BCBC-4E3E-BFB9-798F7624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Criem as classes Cliente, Produto e Venda.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0618C-BFF6-4BAB-8277-027CB26A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F13D9-D178-4E11-BD44-3C6CF03C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25423-5094-4697-8834-CD5A96DA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47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Implementem LSE, LDE, Fila e Pilha usando os códigos de aula como base.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359C9-2258-4E06-8E4F-E3B4DDD2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96C07-3122-4E98-9436-659F3167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2B42B-B338-443A-BD48-53AF1510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Montem o menu com entradas validadas desde o início.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DFF60-0B03-46FE-9DD3-3EE221BD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0F47B-2227-4041-87AC-5F8CEBEC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22513-D050-4807-9BF4-C88D4856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433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Implementem clientes e produtos antes de vendas.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22D98-278F-40D3-8CA3-60672ED2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1673BB-0932-4946-933F-A2399CDA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92479B-B14A-437C-89B2-CA6C2B01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Só depois integrem venda, desfazer, ordenação, busca e persistência.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6C7222-6877-469F-BA8A-7E29DFD8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04D17F-FA04-43C6-8673-53936705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997A31-0E3C-4BDD-AB61-FCB777F3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387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Testem uma funcionalidade por vez antes de continuar.</a:t>
            </a:r>
          </a:p>
        </p:txBody>
      </p:sp>
    </p:spTree>
    <p:extLst>
      <p:ext uri="{BB962C8B-B14F-4D97-AF65-F5344CB8AC3E}">
        <p14:creationId xmlns:p14="http://schemas.microsoft.com/office/powerpoint/2010/main" val="119219705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6A52C7-3AB0-482C-81BC-B52B40F3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37743-485B-4525-8C4D-494B264B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0090C-50E7-41E8-9DE4-DDC49AA4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ROTEIRO PRÁTICO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21E52-E851-4979-B9A8-60205A16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Como testar durante o desenvolvimento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50AF8-61F5-4DC9-8DA4-22C1B4A7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54F02-8A8B-4E5C-9813-FC0D29AF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24879-59D7-4FF3-9737-DBC7F901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7ED1B-7AD8-4D40-B688-50A82AC0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B3E3B-AB27-4C55-9B02-E35FF50E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Comecem sempre com arquivos vazios ou inexistentes.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86FB9-FBDC-48D2-9181-6AC13A2C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63577-3559-4B70-9B0A-75EF1DBD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E65AE-6936-4A2D-9130-79B4560E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47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Cadastrem clientes e produtos válidos.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A4787-980B-4A72-B020-4627587C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55483-C37D-4BE3-BAE5-6CDF128F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DBF55-4B5F-4D8C-A2F2-272A4F2A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Tentem entradas inválidas em cada campo.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76656-6710-41FA-84EC-A034AB1B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F4819-A3FB-4755-BF2B-18EA0548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DDCF54-2C3E-4331-B566-DCCEA766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433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Realizem uma venda válida e confiram estoque, Fila e arquivo.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FCA9F-C4C2-40BD-AD6D-6281322C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B88DFE-0BD7-4354-B933-9E301257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33022-4042-49C2-BAF8-DB2307E6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Tentem venda inválida e confiram que nada mudou.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21951-AA7B-42B7-B2E5-4A3B0891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A3F479-6E23-4BFD-9524-17318994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B2191E-7750-494A-AB58-7FFF8FC0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387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E413C"/>
                </a:solidFill>
              </a:defRPr>
            </a:pPr>
            <a:r>
              <a:rPr sz="1575">
                <a:solidFill>
                  <a:srgbClr val="0E413C"/>
                </a:solidFill>
              </a:rPr>
              <a:t>Reiniciem o programa e verifiquem se os dados carregam corretamente.</a:t>
            </a:r>
          </a:p>
        </p:txBody>
      </p:sp>
    </p:spTree>
    <p:extLst>
      <p:ext uri="{BB962C8B-B14F-4D97-AF65-F5344CB8AC3E}">
        <p14:creationId xmlns:p14="http://schemas.microsoft.com/office/powerpoint/2010/main" val="172754429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1172E0-8FFA-44EA-982F-9CED0336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6F0FA-B16B-4545-9BB2-68E52C54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578F9-4B7C-46F6-BBD9-607F8216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TESTES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04D41-F55D-40C6-A5A7-94D57D4D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Cenários mínimos de teste manual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00547-A11D-45D3-A328-410978BE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EB01F-4943-4A7B-A67F-CC5C6AFB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1BA6A-169D-4739-BD42-4BDE5430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61B68-CA72-4AE8-B98A-B0CF0AAF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6954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44ABF-96EF-4DD4-8E1F-B26381A8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764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ID duplicado de cliente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9F6ED-0182-413D-9285-3A3649A9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5C3E0-38BC-4402-9A0C-D592E99D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1431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4E952-D455-4C12-9132-DFC2FC2E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2407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ID duplicado de produto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9B1A4-5E95-4F01-9C85-4BC7A725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9E57D3-2D1D-44E6-8594-CE2D9CE3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5908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56DAD-4512-45CF-9449-EA2EF1B3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717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preço zero ou negativo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9FB27-ACA1-45D5-99FA-A5F2A3D6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0F070-5B44-49FD-AD6E-39DFA1AD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384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7A0D13-2A10-4961-97D9-4EF8F953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1942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quantidade negativa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E27E9B-0B08-46E2-82DD-72458366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87E873-328E-4F78-BC76-CF4D7A15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861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B07C2C-8E0F-462E-8210-2A6255E4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venda sem estoque suficiente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499A9A-2B1F-4D65-BC44-37CEDBD4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33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D972AE-3A24-42B9-ABAB-F3792CB0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9338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54CB48-7D96-4CC8-AC73-9BDF4B83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1477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venda com produto inexistente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6954E5-C530-4B88-B1B3-A6E04B93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E9EDEC-F68D-4532-99C9-5FE1F18B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954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970260-EE3B-4A24-B111-3C26128C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764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desfazer sem operações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E56D3C-62A8-4F40-A29D-108E1557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53FAD9-D79C-4D78-9F49-AFE85D77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1431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CF1E80-C74B-4D08-A77B-0A29E6D9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407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listar Fila vazia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03B90C-8941-4720-BE24-B7984C92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741236-786F-4CC6-9662-C65E096D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908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CED939-54DF-4D7B-8BF1-FD784113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arquivo CSV vazio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8B82F3-D545-489F-8884-CD40FD3F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38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EAB4B3-B5BD-41E0-A997-4475D145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384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E4C107-467E-4F1C-BBC4-00049670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1942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arquivo CSV com dado inválido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A79E99-3060-4373-B088-F3497940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72AE89-9613-4E47-9DC2-B53F8923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861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41EEEC-798E-49DE-9DF7-5C0B44D7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671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Busca Binária por ID existente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479341-86E7-44B9-8DC1-B75DDDBC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33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7945C4-DBB0-4E48-BCF6-9DD365A8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9338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C1AD09-DE5D-4096-892B-E92F124D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1477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Busca Binária por ID inexistente</a:t>
            </a:r>
          </a:p>
        </p:txBody>
      </p:sp>
    </p:spTree>
    <p:extLst>
      <p:ext uri="{BB962C8B-B14F-4D97-AF65-F5344CB8AC3E}">
        <p14:creationId xmlns:p14="http://schemas.microsoft.com/office/powerpoint/2010/main" val="183089218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F1B2B-51B9-4DFD-8904-BF4F7348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03086-487B-42A6-A4D3-F0C66E00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988D0-C26E-4718-9F4F-06B6DF53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README E COMPLEXIDADE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5F535-8BDD-45C7-BF8D-4ECBA996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O README mostra que o grupo entende o sistema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B1259-57CB-41D9-9E31-06750CA2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08FD2-1F5E-4C28-80E1-EECEE151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201EB-8C07-48EF-A174-EC2C569E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6401F-CA5F-4AA4-873C-4952B646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E413C"/>
                </a:solidFill>
              </a:defRPr>
            </a:pPr>
            <a:r>
              <a:rPr sz="1650">
                <a:solidFill>
                  <a:srgbClr val="0E413C"/>
                </a:solidFill>
              </a:rPr>
              <a:t>Identificação da disciplina, trabalho e integrantes.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6E042-0C32-4748-BB35-52306D7C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99110-E025-451D-AB82-BB329994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E413C"/>
                </a:solidFill>
              </a:defRPr>
            </a:pPr>
            <a:r>
              <a:rPr sz="1650">
                <a:solidFill>
                  <a:srgbClr val="0E413C"/>
                </a:solidFill>
              </a:rPr>
              <a:t>Descrição do sistema e instruções de execução.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4A9EB-3F60-4126-BE7D-D2F5A0BE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A67EC-6CE7-4770-AA66-7725086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E413C"/>
                </a:solidFill>
              </a:defRPr>
            </a:pPr>
            <a:r>
              <a:rPr sz="1650">
                <a:solidFill>
                  <a:srgbClr val="0E413C"/>
                </a:solidFill>
              </a:rPr>
              <a:t>Estrutura de diretórios do projeto.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38261-465E-427C-874F-CA0B9AB2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0A58B-FE24-4F73-B7A5-A2070F68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E413C"/>
                </a:solidFill>
              </a:defRPr>
            </a:pPr>
            <a:r>
              <a:rPr sz="1650">
                <a:solidFill>
                  <a:srgbClr val="0E413C"/>
                </a:solidFill>
              </a:rPr>
              <a:t>Explicação da LSE, LDE, Fila e Pilha no sistema.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FFA6C-0A35-4005-BDF5-BBC7A346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29FE1-A78B-44A0-BF38-211F5B68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E413C"/>
                </a:solidFill>
              </a:defRPr>
            </a:pPr>
            <a:r>
              <a:rPr sz="1650">
                <a:solidFill>
                  <a:srgbClr val="0E413C"/>
                </a:solidFill>
              </a:rPr>
              <a:t>Algoritmo de ordenação escolhido, Busca Binária e persistência.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F24FE-DC43-41C4-9047-42644343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A1DE00-9C48-4720-B993-55DFCAC0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E413C"/>
                </a:solidFill>
              </a:defRPr>
            </a:pPr>
            <a:r>
              <a:rPr sz="1650">
                <a:solidFill>
                  <a:srgbClr val="0E413C"/>
                </a:solidFill>
              </a:rPr>
              <a:t>Complexidade do algoritmo de ordenação e da Busca Binária.</a:t>
            </a:r>
          </a:p>
        </p:txBody>
      </p:sp>
    </p:spTree>
    <p:extLst>
      <p:ext uri="{BB962C8B-B14F-4D97-AF65-F5344CB8AC3E}">
        <p14:creationId xmlns:p14="http://schemas.microsoft.com/office/powerpoint/2010/main" val="121995328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3573D1-5D35-418A-A1FB-95D25CB1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A135E-33F7-4C45-8C39-3DDC0092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98408-0E32-4DC4-8B8E-44AE8BDD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AVALIAÇÃO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A7AA9-E66E-4D36-8E5D-479F3058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Entrega, participação e avaliação fecham o trabalho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DC0B5-3231-45B9-ACBE-1644D92B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5C11A-901A-43ED-A114-E1C9C0AA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A8228-9200-4BAE-AAE5-831C542C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885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A0E2D-12A4-49F3-AB96-6591A7B4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Critério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15DEB-8ED9-4EE7-9DEF-4672A44F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335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2D3E1-888C-49AA-B68E-9FCFD7DF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885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0855C-0337-4017-9737-21AFD5D5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LSE e LDE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53D48-CCC2-4BDA-A93B-DAF6B20C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526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0,30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3EBA5-47FD-49A2-A1B4-B18F0E55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885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81D0B-5990-4CCC-BB91-44CF3FA5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Fila e Pilha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C0E80-9E9D-489F-87E5-6D79AE55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717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0,30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CBDC0-DE47-4BF7-9F56-521A69CA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885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A1351-9C7D-4B11-8989-4CC7CC0B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Aplicação correta das estruturas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786FCF-EF97-4DED-930B-6C425E10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0,20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076EE0-FB02-4AEA-95B0-90D6B1D9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885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C1ACB6-151B-48D3-94AF-B2DF5AE2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Algoritmo de ordenação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8EE06C-F441-431D-8A80-1EE72C63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099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0,20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F90444-ADAB-42DE-9F9A-48CBD40B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885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CDF65C-F220-4FAB-BC38-B7840051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Busca Binária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587932-712A-482B-8B4E-C8EF5D53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290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0,20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028A39-7AE6-4328-ACF4-89CDD395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885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662D0B-A697-4F50-9EAF-EB2A7915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POO e organização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3CB99E-B887-4114-A8F6-65ED4891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481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0,25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C45A00-AB73-439E-99CD-E9FBD681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885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377FB0-2DE7-46E8-A1D6-5EEE6439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Funcionalidades obrigatórias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F9421F-FBB4-4E56-AA76-3D771DA1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0,20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B36B53-4259-4BE6-B455-5688634E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885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B57BCE-2763-48C7-881B-D13E0AEA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Persistência automática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F3158F-92EA-4ACD-BEF8-3DD4E135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863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0,15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C117DA-3CDC-439D-8DA0-1BC6CCCF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885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7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F70455-E114-4954-9E6B-78CEABF4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413C"/>
                </a:solidFill>
              </a:defRPr>
            </a:pPr>
            <a:r>
              <a:rPr sz="1350" b="1">
                <a:solidFill>
                  <a:srgbClr val="0E413C"/>
                </a:solidFill>
              </a:rPr>
              <a:t>Erros, Git, README e participação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F6495C-4629-4F91-968C-729D3013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054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413C"/>
                </a:solidFill>
              </a:defRPr>
            </a:pPr>
            <a:r>
              <a:rPr sz="1350" b="0">
                <a:solidFill>
                  <a:srgbClr val="0E413C"/>
                </a:solidFill>
              </a:rPr>
              <a:t>0,20</a:t>
            </a:r>
          </a:p>
        </p:txBody>
      </p:sp>
    </p:spTree>
    <p:extLst>
      <p:ext uri="{BB962C8B-B14F-4D97-AF65-F5344CB8AC3E}">
        <p14:creationId xmlns:p14="http://schemas.microsoft.com/office/powerpoint/2010/main" val="82828471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8BB436-817D-4DD7-8242-C2F24B9F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25487-D8F7-488D-8383-4B30C3C7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0F00E-3A2B-446A-961F-21C06D60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016663"/>
                </a:solidFill>
              </a:defRPr>
            </a:pPr>
            <a:r>
              <a:rPr sz="1050" b="1" spc="1">
                <a:solidFill>
                  <a:srgbClr val="016663"/>
                </a:solidFill>
              </a:rPr>
              <a:t>CHECKLIST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4114B-CF0A-442B-A8CE-28BDCA98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413C"/>
                </a:solidFill>
              </a:defRPr>
            </a:pPr>
            <a:r>
              <a:rPr sz="2700" b="1">
                <a:solidFill>
                  <a:srgbClr val="0E413C"/>
                </a:solidFill>
              </a:rPr>
              <a:t>Antes de finalizar, confiram tudo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7A9EE-55E1-4D81-BB9A-85F03CEE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DCBE3-07BF-4149-B91C-7BC3394E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16663"/>
                </a:solidFill>
              </a:defRPr>
            </a:pPr>
            <a:r>
              <a:rPr sz="1050" b="1">
                <a:solidFill>
                  <a:srgbClr val="016663"/>
                </a:solidFill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2C4BC-C7BF-4CBE-83B0-3017AE64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9D8AA-DDA0-4360-83E2-8996AE76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6954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6ED4D-D2A0-42A8-B898-A136FBA9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764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postagem no tópico ENTREGAS do AVA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8FDBE-11DA-47BC-9222-778F7837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22FF2-DB57-4624-85C5-613D078A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1431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DC1E3-BA77-4E9B-BF9C-D428FB09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2407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nomes de todos os integrantes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60A83-6A90-4343-845D-956CE257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059D3-2FF4-4F99-871D-4BD8D237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5908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64BE5-CF66-49F7-A072-3A722E4E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717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link correto do GitHub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930CB-69AB-4895-B82B-9CF71266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80156-31A6-47ED-83F5-F91A68A0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384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9C855-6194-4436-8F5A-6B7EDC58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1942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repositório público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DC2EF-0F20-42D6-B9A0-66C40DE8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D8784E-7E19-4808-8B05-2B66C3F7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861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172542-1159-4061-9438-E1E95A18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código completo disponível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AC176-336F-42C0-8712-12682A40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33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77A64C-A703-4BBD-BD42-B278E15F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9338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7C78A6-4C0C-413D-9D59-99068890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1477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README.md disponível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F93610-DD32-4ACA-80E4-CE39E088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3B4227-60DD-4D26-A022-FB69690E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954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DEE981-5E52-4A9B-BC37-33E08D73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764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arquivos de persistência incluídos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0643F3-005E-4CCE-9116-019AA466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88B5C1-3F69-4506-9A7A-17DBACA8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1431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A2FD97-4C88-4786-B422-8743D6AB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407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programa executando corretamente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D9FC9A-2602-4EEF-B4EF-E39C3D2F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39E815-A9AB-4CA3-8599-8B96E24B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908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F2F6EA-1E76-4824-B3EF-1A1ABA48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entrega até 11/09/2026 às 23:59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D59542-F2BC-4F27-A659-D7460386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38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9B5FAB-6BDF-444F-820E-A18160E5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384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98C21A-931A-4FB4-88C3-0CE24FB8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1942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uma única postagem por grupo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06DF87-0D0E-47BE-A51E-FB965A99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74FAF8-D7D0-480C-A797-36A11ABF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861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1E896D-DC19-4EE0-B27B-A788870D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671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todos fizeram commits reais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3AC8DD-EF11-41B7-86AC-C62E9DA5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33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6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B985A8-3DB0-4BFA-9598-1A66030E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9338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47BC03-569D-4643-84DE-39B9FA3A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1477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E413C"/>
                </a:solidFill>
              </a:defRPr>
            </a:pPr>
            <a:r>
              <a:rPr sz="1425">
                <a:solidFill>
                  <a:srgbClr val="0E413C"/>
                </a:solidFill>
              </a:rPr>
              <a:t>todos entendem o sistema entregue</a:t>
            </a:r>
          </a:p>
        </p:txBody>
      </p:sp>
    </p:spTree>
    <p:extLst>
      <p:ext uri="{BB962C8B-B14F-4D97-AF65-F5344CB8AC3E}">
        <p14:creationId xmlns:p14="http://schemas.microsoft.com/office/powerpoint/2010/main" val="787027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2026-08-16T21:02:03.2310000Z</dcterms:created>
  <dcterms:modified xsi:type="dcterms:W3CDTF">2026-08-16T21:02:03.2310000Z</dcterms:modified>
</coreProperties>
</file>